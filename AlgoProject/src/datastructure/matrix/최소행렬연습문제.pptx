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20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presProps" Target="presProps.xml"  /><Relationship Id="rId4" Type="http://schemas.openxmlformats.org/officeDocument/2006/relationships/viewProps" Target="viewProps.xml"  /><Relationship Id="rId5" Type="http://schemas.openxmlformats.org/officeDocument/2006/relationships/theme" Target="theme/theme1.xml"  /><Relationship Id="rId6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4864843" y="373907"/>
            <a:ext cx="2462314" cy="3749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0</a:t>
            </a:r>
            <a:r>
              <a:rPr lang="ko-KR" altLang="en-US"/>
              <a:t>	</a:t>
            </a:r>
            <a:r>
              <a:rPr lang="en-US" altLang="ko-KR"/>
              <a:t>0</a:t>
            </a:r>
            <a:r>
              <a:rPr lang="ko-KR" altLang="en-US"/>
              <a:t>	</a:t>
            </a:r>
            <a:r>
              <a:rPr lang="en-US" altLang="ko-KR"/>
              <a:t>20</a:t>
            </a:r>
            <a:endParaRPr lang="en-US" altLang="ko-KR"/>
          </a:p>
        </p:txBody>
      </p:sp>
      <p:sp>
        <p:nvSpPr>
          <p:cNvPr id="5" name=""/>
          <p:cNvSpPr txBox="1"/>
          <p:nvPr/>
        </p:nvSpPr>
        <p:spPr>
          <a:xfrm>
            <a:off x="4864843" y="880554"/>
            <a:ext cx="2462314" cy="36531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0</a:t>
            </a:r>
            <a:r>
              <a:rPr lang="ko-KR" altLang="en-US"/>
              <a:t>	</a:t>
            </a:r>
            <a:r>
              <a:rPr lang="en-US" altLang="ko-KR"/>
              <a:t>4</a:t>
            </a:r>
            <a:r>
              <a:rPr lang="ko-KR" altLang="en-US"/>
              <a:t>	</a:t>
            </a:r>
            <a:r>
              <a:rPr lang="en-US" altLang="ko-KR"/>
              <a:t>9</a:t>
            </a:r>
            <a:endParaRPr lang="en-US" altLang="ko-KR"/>
          </a:p>
        </p:txBody>
      </p:sp>
      <p:sp>
        <p:nvSpPr>
          <p:cNvPr id="6" name=""/>
          <p:cNvSpPr txBox="1"/>
          <p:nvPr/>
        </p:nvSpPr>
        <p:spPr>
          <a:xfrm>
            <a:off x="4864843" y="1427735"/>
            <a:ext cx="2462314" cy="36531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0</a:t>
            </a:r>
            <a:r>
              <a:rPr lang="ko-KR" altLang="en-US"/>
              <a:t>	</a:t>
            </a:r>
            <a:r>
              <a:rPr lang="en-US" altLang="ko-KR"/>
              <a:t>0</a:t>
            </a:r>
            <a:r>
              <a:rPr lang="ko-KR" altLang="en-US"/>
              <a:t>	</a:t>
            </a:r>
            <a:r>
              <a:rPr lang="en-US" altLang="ko-KR"/>
              <a:t>9</a:t>
            </a:r>
            <a:endParaRPr lang="en-US" altLang="ko-KR"/>
          </a:p>
        </p:txBody>
      </p:sp>
      <p:sp>
        <p:nvSpPr>
          <p:cNvPr id="7" name=""/>
          <p:cNvSpPr txBox="1"/>
          <p:nvPr/>
        </p:nvSpPr>
        <p:spPr>
          <a:xfrm>
            <a:off x="4864843" y="1974916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</a:t>
            </a:r>
            <a:r>
              <a:rPr lang="ko-KR" altLang="en-US"/>
              <a:t>	</a:t>
            </a:r>
            <a:r>
              <a:rPr lang="en-US" altLang="ko-KR"/>
              <a:t>6</a:t>
            </a:r>
            <a:r>
              <a:rPr lang="ko-KR" altLang="en-US"/>
              <a:t>	</a:t>
            </a:r>
            <a:r>
              <a:rPr lang="en-US" altLang="ko-KR"/>
              <a:t>-3</a:t>
            </a:r>
            <a:endParaRPr lang="en-US" altLang="ko-KR"/>
          </a:p>
        </p:txBody>
      </p:sp>
      <p:sp>
        <p:nvSpPr>
          <p:cNvPr id="8" name=""/>
          <p:cNvSpPr txBox="1"/>
          <p:nvPr/>
        </p:nvSpPr>
        <p:spPr>
          <a:xfrm>
            <a:off x="4864843" y="2501831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r>
              <a:rPr lang="ko-KR" altLang="en-US"/>
              <a:t>	</a:t>
            </a:r>
            <a:r>
              <a:rPr lang="en-US" altLang="ko-KR"/>
              <a:t>1</a:t>
            </a:r>
            <a:r>
              <a:rPr lang="ko-KR" altLang="en-US"/>
              <a:t>	</a:t>
            </a:r>
            <a:r>
              <a:rPr lang="en-US" altLang="ko-KR"/>
              <a:t>29</a:t>
            </a:r>
            <a:endParaRPr lang="en-US" altLang="ko-KR"/>
          </a:p>
        </p:txBody>
      </p:sp>
      <p:sp>
        <p:nvSpPr>
          <p:cNvPr id="9" name=""/>
          <p:cNvSpPr txBox="1"/>
          <p:nvPr/>
        </p:nvSpPr>
        <p:spPr>
          <a:xfrm>
            <a:off x="4864843" y="3062671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r>
              <a:rPr lang="ko-KR" altLang="en-US"/>
              <a:t>	</a:t>
            </a:r>
            <a:r>
              <a:rPr lang="en-US" altLang="ko-KR"/>
              <a:t>2</a:t>
            </a:r>
            <a:r>
              <a:rPr lang="ko-KR" altLang="en-US"/>
              <a:t>	</a:t>
            </a:r>
            <a:r>
              <a:rPr lang="en-US" altLang="ko-KR"/>
              <a:t>-6</a:t>
            </a:r>
            <a:endParaRPr lang="en-US" altLang="ko-KR"/>
          </a:p>
        </p:txBody>
      </p:sp>
      <p:sp>
        <p:nvSpPr>
          <p:cNvPr id="10" name=""/>
          <p:cNvSpPr txBox="1"/>
          <p:nvPr/>
        </p:nvSpPr>
        <p:spPr>
          <a:xfrm>
            <a:off x="4864843" y="3609851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2</a:t>
            </a:r>
            <a:r>
              <a:rPr lang="ko-KR" altLang="en-US"/>
              <a:t>	</a:t>
            </a:r>
            <a:r>
              <a:rPr lang="en-US" altLang="ko-KR"/>
              <a:t>5</a:t>
            </a:r>
            <a:r>
              <a:rPr lang="ko-KR" altLang="en-US"/>
              <a:t>	</a:t>
            </a:r>
            <a:r>
              <a:rPr lang="en-US" altLang="ko-KR"/>
              <a:t>7</a:t>
            </a:r>
            <a:endParaRPr lang="en-US" altLang="ko-KR"/>
          </a:p>
        </p:txBody>
      </p:sp>
      <p:sp>
        <p:nvSpPr>
          <p:cNvPr id="11" name=""/>
          <p:cNvSpPr txBox="1"/>
          <p:nvPr/>
        </p:nvSpPr>
        <p:spPr>
          <a:xfrm>
            <a:off x="4864843" y="4106367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3</a:t>
            </a:r>
            <a:r>
              <a:rPr lang="ko-KR" altLang="en-US"/>
              <a:t>	</a:t>
            </a:r>
            <a:r>
              <a:rPr lang="en-US" altLang="ko-KR"/>
              <a:t>3</a:t>
            </a:r>
            <a:r>
              <a:rPr lang="ko-KR" altLang="en-US"/>
              <a:t>	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12" name=""/>
          <p:cNvSpPr txBox="1"/>
          <p:nvPr/>
        </p:nvSpPr>
        <p:spPr>
          <a:xfrm>
            <a:off x="4864843" y="4582617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4</a:t>
            </a:r>
            <a:r>
              <a:rPr lang="ko-KR" altLang="en-US"/>
              <a:t>	</a:t>
            </a:r>
            <a:r>
              <a:rPr lang="en-US" altLang="ko-KR"/>
              <a:t>2</a:t>
            </a:r>
            <a:r>
              <a:rPr lang="ko-KR" altLang="en-US"/>
              <a:t>	</a:t>
            </a:r>
            <a:r>
              <a:rPr lang="en-US" altLang="ko-KR"/>
              <a:t>11</a:t>
            </a:r>
            <a:endParaRPr lang="en-US" altLang="ko-KR"/>
          </a:p>
        </p:txBody>
      </p:sp>
      <p:sp>
        <p:nvSpPr>
          <p:cNvPr id="13" name=""/>
          <p:cNvSpPr txBox="1"/>
          <p:nvPr/>
        </p:nvSpPr>
        <p:spPr>
          <a:xfrm>
            <a:off x="4864843" y="5109532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5</a:t>
            </a:r>
            <a:r>
              <a:rPr lang="ko-KR" altLang="en-US"/>
              <a:t>	</a:t>
            </a:r>
            <a:r>
              <a:rPr lang="en-US" altLang="ko-KR"/>
              <a:t>0</a:t>
            </a:r>
            <a:r>
              <a:rPr lang="ko-KR" altLang="en-US"/>
              <a:t>	</a:t>
            </a:r>
            <a:r>
              <a:rPr lang="en-US" altLang="ko-KR"/>
              <a:t>5</a:t>
            </a:r>
            <a:endParaRPr lang="en-US" altLang="ko-KR"/>
          </a:p>
        </p:txBody>
      </p:sp>
      <p:sp>
        <p:nvSpPr>
          <p:cNvPr id="14" name=""/>
          <p:cNvSpPr txBox="1"/>
          <p:nvPr/>
        </p:nvSpPr>
        <p:spPr>
          <a:xfrm>
            <a:off x="4864843" y="5646580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6</a:t>
            </a:r>
            <a:r>
              <a:rPr lang="ko-KR" altLang="en-US"/>
              <a:t>	</a:t>
            </a:r>
            <a:r>
              <a:rPr lang="en-US" altLang="ko-KR"/>
              <a:t>0</a:t>
            </a:r>
            <a:r>
              <a:rPr lang="ko-KR" altLang="en-US"/>
              <a:t>	</a:t>
            </a:r>
            <a:r>
              <a:rPr lang="en-US" altLang="ko-KR"/>
              <a:t>-1</a:t>
            </a:r>
            <a:endParaRPr lang="en-US" altLang="ko-KR"/>
          </a:p>
        </p:txBody>
      </p:sp>
      <p:sp>
        <p:nvSpPr>
          <p:cNvPr id="15" name=""/>
          <p:cNvSpPr txBox="1"/>
          <p:nvPr/>
        </p:nvSpPr>
        <p:spPr>
          <a:xfrm>
            <a:off x="4864843" y="6143095"/>
            <a:ext cx="2462314" cy="36632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6</a:t>
            </a:r>
            <a:r>
              <a:rPr lang="ko-KR" altLang="en-US"/>
              <a:t>	</a:t>
            </a:r>
            <a:r>
              <a:rPr lang="en-US" altLang="ko-KR"/>
              <a:t>5</a:t>
            </a:r>
            <a:r>
              <a:rPr lang="ko-KR" altLang="en-US"/>
              <a:t>	</a:t>
            </a:r>
            <a:r>
              <a:rPr lang="en-US" altLang="ko-KR"/>
              <a:t>-8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36</ep:Words>
  <ep:PresentationFormat>화면 슬라이드 쇼(4:3)</ep:PresentationFormat>
  <ep:Paragraphs>12</ep:Paragraphs>
  <ep:Slides>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ep:HeadingPairs>
  <ep:TitlesOfParts>
    <vt:vector size="2" baseType="lpstr">
      <vt:lpstr>한컴오피스</vt:lpstr>
      <vt:lpstr>슬라이드 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2026-08-13T01:11:29.564</dcterms:created>
  <dc:creator>PC</dc:creator>
  <cp:lastModifiedBy>PC</cp:lastModifiedBy>
  <dcterms:modified xsi:type="dcterms:W3CDTF">2026-08-13T01:16:23.023</dcterms:modified>
  <cp:revision>3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