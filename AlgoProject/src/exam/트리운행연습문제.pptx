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  /><Relationship Id="rId2" Type="http://schemas.openxmlformats.org/package/2006/relationships/metadata/thumbnail" Target="docProps/thumbnail.jpeg"  /><Relationship Id="rId3" Type="http://schemas.openxmlformats.org/package/2006/relationships/metadata/core-properties" Target="docProps/core.xml"  /><Relationship Id="rId4" Type="http://schemas.openxmlformats.org/officeDocument/2006/relationships/extended-properties" Target="docProps/app.xml"  /><Relationship Id="rId5" Type="http://schemas.openxmlformats.org/officeDocument/2006/relationships/custom-properties" Target="docProps/custom.xml"  /></Relationships>
</file>

<file path=ppt/presentation.xml><?xml version="1.0" encoding="utf-8"?>
<p:presentation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sldMasterIdLst>
    <p:sldMasterId id="2147483704" r:id="rId1"/>
    <p:sldMasterId id="2147483705" r:id="rId2"/>
  </p:sldMasterIdLst>
  <p:sldIdLst>
    <p:sldId id="256" r:id="rId3"/>
    <p:sldId id="565" r:id="rId4"/>
    <p:sldId id="570" r:id="rId5"/>
    <p:sldId id="571" r:id="rId6"/>
    <p:sldId id="572" r:id="rId7"/>
    <p:sldId id="569" r:id="rId8"/>
    <p:sldId id="573" r:id="rId9"/>
    <p:sldId id="574" r:id="rId10"/>
    <p:sldId id="575" r:id="rId11"/>
    <p:sldId id="576" r:id="rId12"/>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file>

<file path=ppt/tableStyles.xml><?xml version="1.0" encoding="utf-8"?>
<a:tblStyleLst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def="{5C22544A-7EE6-4342-B048-85BDC9FD1C3A}"/>
</file>

<file path=ppt/viewProps.xml><?xml version="1.0" encoding="utf-8"?>
<p:viewPr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normalViewPr>
    <p:restoredLeft sz="14995" autoAdjust="0"/>
    <p:restoredTop sz="94660"/>
  </p:normalViewPr>
  <p:slideViewPr>
    <p:cSldViewPr snapToGrid="0">
      <p:cViewPr varScale="1">
        <p:scale>
          <a:sx n="100" d="100"/>
          <a:sy n="100" d="100"/>
        </p:scale>
        <p:origin x="912" y="102"/>
      </p:cViewPr>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presProps" Target="presProps.xml"  /><Relationship Id="rId14" Type="http://schemas.openxmlformats.org/officeDocument/2006/relationships/viewProps" Target="viewProps.xml"  /><Relationship Id="rId15" Type="http://schemas.openxmlformats.org/officeDocument/2006/relationships/theme" Target="theme/theme1.xml"  /><Relationship Id="rId16"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2D627F7-4985-682A-A83A-E36189F8049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C995A4EF-AC4D-8C3E-9BE7-45F699B3F4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D4DE3135-05E3-A6FE-F44C-33569179BDF3}"/>
              </a:ext>
            </a:extLst>
          </p:cNvPr>
          <p:cNvSpPr>
            <a:spLocks noGrp="1"/>
          </p:cNvSpPr>
          <p:nvPr>
            <p:ph type="dt" sz="half" idx="10"/>
          </p:nvPr>
        </p:nvSpPr>
        <p:spPr/>
        <p:txBody>
          <a:bodyPr/>
          <a:lstStyle/>
          <a:p>
            <a:fld id="{B8A06F87-0E8A-4DF6-B18B-11AE0206C39A}" type="datetimeFigureOut">
              <a:rPr lang="ko-KR" altLang="en-US" smtClean="0"/>
              <a:t>2026-08-19</a:t>
            </a:fld>
            <a:endParaRPr lang="ko-KR" altLang="en-US"/>
          </a:p>
        </p:txBody>
      </p:sp>
      <p:sp>
        <p:nvSpPr>
          <p:cNvPr id="5" name="바닥글 개체 틀 4">
            <a:extLst>
              <a:ext uri="{FF2B5EF4-FFF2-40B4-BE49-F238E27FC236}">
                <a16:creationId xmlns:a16="http://schemas.microsoft.com/office/drawing/2014/main" id="{7E5EB223-0BC2-7F44-850B-8FA1FDE9097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755D5F5-6655-EFF0-9717-E94C86749738}"/>
              </a:ext>
            </a:extLst>
          </p:cNvPr>
          <p:cNvSpPr>
            <a:spLocks noGrp="1"/>
          </p:cNvSpPr>
          <p:nvPr>
            <p:ph type="sldNum" sz="quarter" idx="12"/>
          </p:nvPr>
        </p:nvSpPr>
        <p:spPr/>
        <p:txBody>
          <a:bodyPr/>
          <a:lstStyle/>
          <a:p>
            <a:fld id="{4960477A-4681-466C-88A3-112E0A63AE3C}" type="slidenum">
              <a:rPr lang="ko-KR" altLang="en-US" smtClean="0"/>
              <a:t>‹#›</a:t>
            </a:fld>
            <a:endParaRPr lang="ko-KR" altLang="en-US"/>
          </a:p>
        </p:txBody>
      </p:sp>
    </p:spTree>
    <p:extLst>
      <p:ext uri="{BB962C8B-B14F-4D97-AF65-F5344CB8AC3E}">
        <p14:creationId xmlns:p14="http://schemas.microsoft.com/office/powerpoint/2010/main" val="4175592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94F1B11-D5F9-BA21-AE0D-65051B2B5AF5}"/>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B44DBCE8-2CE4-4830-8C29-C623ABD3168A}"/>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02BF0E00-E654-5051-2EF2-8D1D4650A352}"/>
              </a:ext>
            </a:extLst>
          </p:cNvPr>
          <p:cNvSpPr>
            <a:spLocks noGrp="1"/>
          </p:cNvSpPr>
          <p:nvPr>
            <p:ph type="dt" sz="half" idx="10"/>
          </p:nvPr>
        </p:nvSpPr>
        <p:spPr/>
        <p:txBody>
          <a:bodyPr/>
          <a:lstStyle/>
          <a:p>
            <a:fld id="{B8A06F87-0E8A-4DF6-B18B-11AE0206C39A}" type="datetimeFigureOut">
              <a:rPr lang="ko-KR" altLang="en-US" smtClean="0"/>
              <a:t>2026-08-19</a:t>
            </a:fld>
            <a:endParaRPr lang="ko-KR" altLang="en-US"/>
          </a:p>
        </p:txBody>
      </p:sp>
      <p:sp>
        <p:nvSpPr>
          <p:cNvPr id="5" name="바닥글 개체 틀 4">
            <a:extLst>
              <a:ext uri="{FF2B5EF4-FFF2-40B4-BE49-F238E27FC236}">
                <a16:creationId xmlns:a16="http://schemas.microsoft.com/office/drawing/2014/main" id="{8EFD27E3-4459-CC12-E5DF-D1FEAFECDDAA}"/>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76219-0396-D448-0D4D-6CFB5E377845}"/>
              </a:ext>
            </a:extLst>
          </p:cNvPr>
          <p:cNvSpPr>
            <a:spLocks noGrp="1"/>
          </p:cNvSpPr>
          <p:nvPr>
            <p:ph type="sldNum" sz="quarter" idx="12"/>
          </p:nvPr>
        </p:nvSpPr>
        <p:spPr/>
        <p:txBody>
          <a:bodyPr/>
          <a:lstStyle/>
          <a:p>
            <a:fld id="{4960477A-4681-466C-88A3-112E0A63AE3C}" type="slidenum">
              <a:rPr lang="ko-KR" altLang="en-US" smtClean="0"/>
              <a:t>‹#›</a:t>
            </a:fld>
            <a:endParaRPr lang="ko-KR" altLang="en-US"/>
          </a:p>
        </p:txBody>
      </p:sp>
    </p:spTree>
    <p:extLst>
      <p:ext uri="{BB962C8B-B14F-4D97-AF65-F5344CB8AC3E}">
        <p14:creationId xmlns:p14="http://schemas.microsoft.com/office/powerpoint/2010/main" val="3862563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155A0E56-DAB2-ECFE-0093-8179EA8C2F6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0C949271-59AD-8210-B0A8-94ECE7AB80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BAA979E-5CDC-99F3-5C20-9B6B575E4F23}"/>
              </a:ext>
            </a:extLst>
          </p:cNvPr>
          <p:cNvSpPr>
            <a:spLocks noGrp="1"/>
          </p:cNvSpPr>
          <p:nvPr>
            <p:ph type="dt" sz="half" idx="10"/>
          </p:nvPr>
        </p:nvSpPr>
        <p:spPr/>
        <p:txBody>
          <a:bodyPr/>
          <a:lstStyle/>
          <a:p>
            <a:fld id="{B8A06F87-0E8A-4DF6-B18B-11AE0206C39A}" type="datetimeFigureOut">
              <a:rPr lang="ko-KR" altLang="en-US" smtClean="0"/>
              <a:t>2026-08-19</a:t>
            </a:fld>
            <a:endParaRPr lang="ko-KR" altLang="en-US"/>
          </a:p>
        </p:txBody>
      </p:sp>
      <p:sp>
        <p:nvSpPr>
          <p:cNvPr id="5" name="바닥글 개체 틀 4">
            <a:extLst>
              <a:ext uri="{FF2B5EF4-FFF2-40B4-BE49-F238E27FC236}">
                <a16:creationId xmlns:a16="http://schemas.microsoft.com/office/drawing/2014/main" id="{97270F75-B68E-7771-E381-B2A866E974CE}"/>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FB1710AB-E88E-228F-A140-86A52C6FC8B0}"/>
              </a:ext>
            </a:extLst>
          </p:cNvPr>
          <p:cNvSpPr>
            <a:spLocks noGrp="1"/>
          </p:cNvSpPr>
          <p:nvPr>
            <p:ph type="sldNum" sz="quarter" idx="12"/>
          </p:nvPr>
        </p:nvSpPr>
        <p:spPr/>
        <p:txBody>
          <a:bodyPr/>
          <a:lstStyle/>
          <a:p>
            <a:fld id="{4960477A-4681-466C-88A3-112E0A63AE3C}" type="slidenum">
              <a:rPr lang="ko-KR" altLang="en-US" smtClean="0"/>
              <a:t>‹#›</a:t>
            </a:fld>
            <a:endParaRPr lang="ko-KR" altLang="en-US"/>
          </a:p>
        </p:txBody>
      </p:sp>
    </p:spTree>
    <p:extLst>
      <p:ext uri="{BB962C8B-B14F-4D97-AF65-F5344CB8AC3E}">
        <p14:creationId xmlns:p14="http://schemas.microsoft.com/office/powerpoint/2010/main" val="549907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706A21C-B9E9-01E5-C80A-CA752C0BA9A8}"/>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4918CD09-50A9-FC2C-6AE5-0E77F0087AD1}"/>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F381B85D-4861-4CA8-CAA6-6AEB47EDACA9}"/>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CFE319CD-5D5A-DD47-D849-CB35A1EF1FA0}"/>
              </a:ext>
            </a:extLst>
          </p:cNvPr>
          <p:cNvSpPr>
            <a:spLocks noGrp="1"/>
          </p:cNvSpPr>
          <p:nvPr>
            <p:ph type="dt" sz="half" idx="10"/>
          </p:nvPr>
        </p:nvSpPr>
        <p:spPr/>
        <p:txBody>
          <a:bodyPr/>
          <a:lstStyle/>
          <a:p>
            <a:fld id="{B8A06F87-0E8A-4DF6-B18B-11AE0206C39A}" type="datetimeFigureOut">
              <a:rPr lang="ko-KR" altLang="en-US" smtClean="0"/>
              <a:t>2026-08-19</a:t>
            </a:fld>
            <a:endParaRPr lang="ko-KR" altLang="en-US"/>
          </a:p>
        </p:txBody>
      </p:sp>
      <p:sp>
        <p:nvSpPr>
          <p:cNvPr id="6" name="바닥글 개체 틀 5">
            <a:extLst>
              <a:ext uri="{FF2B5EF4-FFF2-40B4-BE49-F238E27FC236}">
                <a16:creationId xmlns:a16="http://schemas.microsoft.com/office/drawing/2014/main" id="{A4D3A364-5173-448A-83F3-D45AFBCEBD36}"/>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094818D-4A2A-3132-CC8C-0F247102F6D1}"/>
              </a:ext>
            </a:extLst>
          </p:cNvPr>
          <p:cNvSpPr>
            <a:spLocks noGrp="1"/>
          </p:cNvSpPr>
          <p:nvPr>
            <p:ph type="sldNum" sz="quarter" idx="12"/>
          </p:nvPr>
        </p:nvSpPr>
        <p:spPr/>
        <p:txBody>
          <a:bodyPr/>
          <a:lstStyle/>
          <a:p>
            <a:fld id="{4960477A-4681-466C-88A3-112E0A63AE3C}" type="slidenum">
              <a:rPr lang="ko-KR" altLang="en-US" smtClean="0"/>
              <a:t>‹#›</a:t>
            </a:fld>
            <a:endParaRPr lang="ko-KR" altLang="en-US"/>
          </a:p>
        </p:txBody>
      </p:sp>
    </p:spTree>
    <p:extLst>
      <p:ext uri="{BB962C8B-B14F-4D97-AF65-F5344CB8AC3E}">
        <p14:creationId xmlns:p14="http://schemas.microsoft.com/office/powerpoint/2010/main" val="426247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2FB04CC-A891-AB47-90A3-DED1D139AD2A}"/>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A5603B7-D6DC-F37D-6AB5-95A9A84CA8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F5FA594D-3147-E41C-F10E-B2D5AE08DFEE}"/>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6824DB4-D898-1892-A4C8-FAD218932AA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088B8D81-B5DF-E9A4-329A-796C4201375B}"/>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8139F25A-67DC-4ADF-E2A3-A5FF955128CD}"/>
              </a:ext>
            </a:extLst>
          </p:cNvPr>
          <p:cNvSpPr>
            <a:spLocks noGrp="1"/>
          </p:cNvSpPr>
          <p:nvPr>
            <p:ph type="dt" sz="half" idx="10"/>
          </p:nvPr>
        </p:nvSpPr>
        <p:spPr/>
        <p:txBody>
          <a:bodyPr/>
          <a:lstStyle/>
          <a:p>
            <a:fld id="{B8A06F87-0E8A-4DF6-B18B-11AE0206C39A}" type="datetimeFigureOut">
              <a:rPr lang="ko-KR" altLang="en-US" smtClean="0"/>
              <a:t>2026-08-19</a:t>
            </a:fld>
            <a:endParaRPr lang="ko-KR" altLang="en-US"/>
          </a:p>
        </p:txBody>
      </p:sp>
      <p:sp>
        <p:nvSpPr>
          <p:cNvPr id="8" name="바닥글 개체 틀 7">
            <a:extLst>
              <a:ext uri="{FF2B5EF4-FFF2-40B4-BE49-F238E27FC236}">
                <a16:creationId xmlns:a16="http://schemas.microsoft.com/office/drawing/2014/main" id="{E4B1A488-93C6-FFEA-9203-2B9E90D4809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222AE428-5224-9A65-B576-DDFCEB2EFEF3}"/>
              </a:ext>
            </a:extLst>
          </p:cNvPr>
          <p:cNvSpPr>
            <a:spLocks noGrp="1"/>
          </p:cNvSpPr>
          <p:nvPr>
            <p:ph type="sldNum" sz="quarter" idx="12"/>
          </p:nvPr>
        </p:nvSpPr>
        <p:spPr/>
        <p:txBody>
          <a:bodyPr/>
          <a:lstStyle/>
          <a:p>
            <a:fld id="{4960477A-4681-466C-88A3-112E0A63AE3C}" type="slidenum">
              <a:rPr lang="ko-KR" altLang="en-US" smtClean="0"/>
              <a:t>‹#›</a:t>
            </a:fld>
            <a:endParaRPr lang="ko-KR" altLang="en-US"/>
          </a:p>
        </p:txBody>
      </p:sp>
    </p:spTree>
    <p:extLst>
      <p:ext uri="{BB962C8B-B14F-4D97-AF65-F5344CB8AC3E}">
        <p14:creationId xmlns:p14="http://schemas.microsoft.com/office/powerpoint/2010/main" val="5898641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9EE9F05-F366-15FF-FA87-8F54F91A0610}"/>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58ADEB59-20F7-B20B-7E4E-7FD9713581E9}"/>
              </a:ext>
            </a:extLst>
          </p:cNvPr>
          <p:cNvSpPr>
            <a:spLocks noGrp="1"/>
          </p:cNvSpPr>
          <p:nvPr>
            <p:ph type="dt" sz="half" idx="10"/>
          </p:nvPr>
        </p:nvSpPr>
        <p:spPr/>
        <p:txBody>
          <a:bodyPr/>
          <a:lstStyle/>
          <a:p>
            <a:fld id="{B8A06F87-0E8A-4DF6-B18B-11AE0206C39A}" type="datetimeFigureOut">
              <a:rPr lang="ko-KR" altLang="en-US" smtClean="0"/>
              <a:t>2026-08-19</a:t>
            </a:fld>
            <a:endParaRPr lang="ko-KR" altLang="en-US"/>
          </a:p>
        </p:txBody>
      </p:sp>
      <p:sp>
        <p:nvSpPr>
          <p:cNvPr id="4" name="바닥글 개체 틀 3">
            <a:extLst>
              <a:ext uri="{FF2B5EF4-FFF2-40B4-BE49-F238E27FC236}">
                <a16:creationId xmlns:a16="http://schemas.microsoft.com/office/drawing/2014/main" id="{CFC4AA5A-07A7-7E4A-C295-DB0695E6B795}"/>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7CAAC175-D918-28D7-96B1-76AFBEB1CDE4}"/>
              </a:ext>
            </a:extLst>
          </p:cNvPr>
          <p:cNvSpPr>
            <a:spLocks noGrp="1"/>
          </p:cNvSpPr>
          <p:nvPr>
            <p:ph type="sldNum" sz="quarter" idx="12"/>
          </p:nvPr>
        </p:nvSpPr>
        <p:spPr/>
        <p:txBody>
          <a:bodyPr/>
          <a:lstStyle/>
          <a:p>
            <a:fld id="{4960477A-4681-466C-88A3-112E0A63AE3C}" type="slidenum">
              <a:rPr lang="ko-KR" altLang="en-US" smtClean="0"/>
              <a:t>‹#›</a:t>
            </a:fld>
            <a:endParaRPr lang="ko-KR" altLang="en-US"/>
          </a:p>
        </p:txBody>
      </p:sp>
    </p:spTree>
    <p:extLst>
      <p:ext uri="{BB962C8B-B14F-4D97-AF65-F5344CB8AC3E}">
        <p14:creationId xmlns:p14="http://schemas.microsoft.com/office/powerpoint/2010/main" val="116767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5B6CB908-5AD8-D8AD-8FAC-FCA1EA41C8CA}"/>
              </a:ext>
            </a:extLst>
          </p:cNvPr>
          <p:cNvSpPr>
            <a:spLocks noGrp="1"/>
          </p:cNvSpPr>
          <p:nvPr>
            <p:ph type="dt" sz="half" idx="10"/>
          </p:nvPr>
        </p:nvSpPr>
        <p:spPr/>
        <p:txBody>
          <a:bodyPr/>
          <a:lstStyle/>
          <a:p>
            <a:fld id="{B8A06F87-0E8A-4DF6-B18B-11AE0206C39A}" type="datetimeFigureOut">
              <a:rPr lang="ko-KR" altLang="en-US" smtClean="0"/>
              <a:t>2026-08-19</a:t>
            </a:fld>
            <a:endParaRPr lang="ko-KR" altLang="en-US"/>
          </a:p>
        </p:txBody>
      </p:sp>
      <p:sp>
        <p:nvSpPr>
          <p:cNvPr id="3" name="바닥글 개체 틀 2">
            <a:extLst>
              <a:ext uri="{FF2B5EF4-FFF2-40B4-BE49-F238E27FC236}">
                <a16:creationId xmlns:a16="http://schemas.microsoft.com/office/drawing/2014/main" id="{90CC01B7-D2E5-A3A8-16CC-41AB24608C03}"/>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B9F5256D-4D47-9FC6-9389-69BCD0DE57A0}"/>
              </a:ext>
            </a:extLst>
          </p:cNvPr>
          <p:cNvSpPr>
            <a:spLocks noGrp="1"/>
          </p:cNvSpPr>
          <p:nvPr>
            <p:ph type="sldNum" sz="quarter" idx="12"/>
          </p:nvPr>
        </p:nvSpPr>
        <p:spPr/>
        <p:txBody>
          <a:bodyPr/>
          <a:lstStyle/>
          <a:p>
            <a:fld id="{4960477A-4681-466C-88A3-112E0A63AE3C}" type="slidenum">
              <a:rPr lang="ko-KR" altLang="en-US" smtClean="0"/>
              <a:t>‹#›</a:t>
            </a:fld>
            <a:endParaRPr lang="ko-KR" altLang="en-US"/>
          </a:p>
        </p:txBody>
      </p:sp>
    </p:spTree>
    <p:extLst>
      <p:ext uri="{BB962C8B-B14F-4D97-AF65-F5344CB8AC3E}">
        <p14:creationId xmlns:p14="http://schemas.microsoft.com/office/powerpoint/2010/main" val="606459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09A0875-37AA-17D6-7D66-C05E6B9A54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2A284042-64D3-263C-AF60-1A108CC85B6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4731BEEC-90EA-DA46-9328-D3DC2CC077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1B87A4C4-2922-3FE5-4015-EF4B0F79D8A9}"/>
              </a:ext>
            </a:extLst>
          </p:cNvPr>
          <p:cNvSpPr>
            <a:spLocks noGrp="1"/>
          </p:cNvSpPr>
          <p:nvPr>
            <p:ph type="dt" sz="half" idx="10"/>
          </p:nvPr>
        </p:nvSpPr>
        <p:spPr/>
        <p:txBody>
          <a:bodyPr/>
          <a:lstStyle/>
          <a:p>
            <a:fld id="{B8A06F87-0E8A-4DF6-B18B-11AE0206C39A}" type="datetimeFigureOut">
              <a:rPr lang="ko-KR" altLang="en-US" smtClean="0"/>
              <a:t>2026-08-19</a:t>
            </a:fld>
            <a:endParaRPr lang="ko-KR" altLang="en-US"/>
          </a:p>
        </p:txBody>
      </p:sp>
      <p:sp>
        <p:nvSpPr>
          <p:cNvPr id="6" name="바닥글 개체 틀 5">
            <a:extLst>
              <a:ext uri="{FF2B5EF4-FFF2-40B4-BE49-F238E27FC236}">
                <a16:creationId xmlns:a16="http://schemas.microsoft.com/office/drawing/2014/main" id="{243AA22B-550E-4FAB-B28B-6D54E69DFDCA}"/>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68855C5D-5574-F918-B539-746447503FEA}"/>
              </a:ext>
            </a:extLst>
          </p:cNvPr>
          <p:cNvSpPr>
            <a:spLocks noGrp="1"/>
          </p:cNvSpPr>
          <p:nvPr>
            <p:ph type="sldNum" sz="quarter" idx="12"/>
          </p:nvPr>
        </p:nvSpPr>
        <p:spPr/>
        <p:txBody>
          <a:bodyPr/>
          <a:lstStyle/>
          <a:p>
            <a:fld id="{4960477A-4681-466C-88A3-112E0A63AE3C}" type="slidenum">
              <a:rPr lang="ko-KR" altLang="en-US" smtClean="0"/>
              <a:t>‹#›</a:t>
            </a:fld>
            <a:endParaRPr lang="ko-KR" altLang="en-US"/>
          </a:p>
        </p:txBody>
      </p:sp>
    </p:spTree>
    <p:extLst>
      <p:ext uri="{BB962C8B-B14F-4D97-AF65-F5344CB8AC3E}">
        <p14:creationId xmlns:p14="http://schemas.microsoft.com/office/powerpoint/2010/main" val="12330514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0F41370-82FB-9133-A662-F7CA50882F82}"/>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95289B3E-7F0D-0D5B-44C7-007B36E234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BA5547D7-3BB2-5FFE-0D18-3DE5DAC4EC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699F2EBB-A84E-8282-5546-E04B7FE496CF}"/>
              </a:ext>
            </a:extLst>
          </p:cNvPr>
          <p:cNvSpPr>
            <a:spLocks noGrp="1"/>
          </p:cNvSpPr>
          <p:nvPr>
            <p:ph type="dt" sz="half" idx="10"/>
          </p:nvPr>
        </p:nvSpPr>
        <p:spPr/>
        <p:txBody>
          <a:bodyPr/>
          <a:lstStyle/>
          <a:p>
            <a:fld id="{B8A06F87-0E8A-4DF6-B18B-11AE0206C39A}" type="datetimeFigureOut">
              <a:rPr lang="ko-KR" altLang="en-US" smtClean="0"/>
              <a:t>2026-08-19</a:t>
            </a:fld>
            <a:endParaRPr lang="ko-KR" altLang="en-US"/>
          </a:p>
        </p:txBody>
      </p:sp>
      <p:sp>
        <p:nvSpPr>
          <p:cNvPr id="6" name="바닥글 개체 틀 5">
            <a:extLst>
              <a:ext uri="{FF2B5EF4-FFF2-40B4-BE49-F238E27FC236}">
                <a16:creationId xmlns:a16="http://schemas.microsoft.com/office/drawing/2014/main" id="{FCEABC57-CEB9-850E-1163-53DE5BB71B9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E4CC86D-DC2B-E163-475F-1147ED082AA9}"/>
              </a:ext>
            </a:extLst>
          </p:cNvPr>
          <p:cNvSpPr>
            <a:spLocks noGrp="1"/>
          </p:cNvSpPr>
          <p:nvPr>
            <p:ph type="sldNum" sz="quarter" idx="12"/>
          </p:nvPr>
        </p:nvSpPr>
        <p:spPr/>
        <p:txBody>
          <a:bodyPr/>
          <a:lstStyle/>
          <a:p>
            <a:fld id="{4960477A-4681-466C-88A3-112E0A63AE3C}" type="slidenum">
              <a:rPr lang="ko-KR" altLang="en-US" smtClean="0"/>
              <a:t>‹#›</a:t>
            </a:fld>
            <a:endParaRPr lang="ko-KR" altLang="en-US"/>
          </a:p>
        </p:txBody>
      </p:sp>
    </p:spTree>
    <p:extLst>
      <p:ext uri="{BB962C8B-B14F-4D97-AF65-F5344CB8AC3E}">
        <p14:creationId xmlns:p14="http://schemas.microsoft.com/office/powerpoint/2010/main" val="14977272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3659994-2A19-86F1-165D-90A2D361942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803D4520-3D74-61AD-2667-8769FFB6C820}"/>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3866837-CB6E-2CC6-9A5E-FB28A2338957}"/>
              </a:ext>
            </a:extLst>
          </p:cNvPr>
          <p:cNvSpPr>
            <a:spLocks noGrp="1"/>
          </p:cNvSpPr>
          <p:nvPr>
            <p:ph type="dt" sz="half" idx="10"/>
          </p:nvPr>
        </p:nvSpPr>
        <p:spPr/>
        <p:txBody>
          <a:bodyPr/>
          <a:lstStyle/>
          <a:p>
            <a:fld id="{B8A06F87-0E8A-4DF6-B18B-11AE0206C39A}" type="datetimeFigureOut">
              <a:rPr lang="ko-KR" altLang="en-US" smtClean="0"/>
              <a:t>2026-08-19</a:t>
            </a:fld>
            <a:endParaRPr lang="ko-KR" altLang="en-US"/>
          </a:p>
        </p:txBody>
      </p:sp>
      <p:sp>
        <p:nvSpPr>
          <p:cNvPr id="5" name="바닥글 개체 틀 4">
            <a:extLst>
              <a:ext uri="{FF2B5EF4-FFF2-40B4-BE49-F238E27FC236}">
                <a16:creationId xmlns:a16="http://schemas.microsoft.com/office/drawing/2014/main" id="{86F9E6DC-625E-2CE6-495B-C575160E249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B628B249-A131-A4E6-B993-DB9AF83D3A96}"/>
              </a:ext>
            </a:extLst>
          </p:cNvPr>
          <p:cNvSpPr>
            <a:spLocks noGrp="1"/>
          </p:cNvSpPr>
          <p:nvPr>
            <p:ph type="sldNum" sz="quarter" idx="12"/>
          </p:nvPr>
        </p:nvSpPr>
        <p:spPr/>
        <p:txBody>
          <a:bodyPr/>
          <a:lstStyle/>
          <a:p>
            <a:fld id="{4960477A-4681-466C-88A3-112E0A63AE3C}" type="slidenum">
              <a:rPr lang="ko-KR" altLang="en-US" smtClean="0"/>
              <a:t>‹#›</a:t>
            </a:fld>
            <a:endParaRPr lang="ko-KR" altLang="en-US"/>
          </a:p>
        </p:txBody>
      </p:sp>
    </p:spTree>
    <p:extLst>
      <p:ext uri="{BB962C8B-B14F-4D97-AF65-F5344CB8AC3E}">
        <p14:creationId xmlns:p14="http://schemas.microsoft.com/office/powerpoint/2010/main" val="7312416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1731929-8C52-7FB4-E8F9-490448CB7DFC}"/>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D22437C0-2AFD-F05C-34FC-ED81D4C6758F}"/>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19977C-52FE-DAF4-1241-A5C0F64F54C7}"/>
              </a:ext>
            </a:extLst>
          </p:cNvPr>
          <p:cNvSpPr>
            <a:spLocks noGrp="1"/>
          </p:cNvSpPr>
          <p:nvPr>
            <p:ph type="dt" sz="half" idx="10"/>
          </p:nvPr>
        </p:nvSpPr>
        <p:spPr/>
        <p:txBody>
          <a:bodyPr/>
          <a:lstStyle/>
          <a:p>
            <a:fld id="{B8A06F87-0E8A-4DF6-B18B-11AE0206C39A}" type="datetimeFigureOut">
              <a:rPr lang="ko-KR" altLang="en-US" smtClean="0"/>
              <a:t>2026-08-19</a:t>
            </a:fld>
            <a:endParaRPr lang="ko-KR" altLang="en-US"/>
          </a:p>
        </p:txBody>
      </p:sp>
      <p:sp>
        <p:nvSpPr>
          <p:cNvPr id="5" name="바닥글 개체 틀 4">
            <a:extLst>
              <a:ext uri="{FF2B5EF4-FFF2-40B4-BE49-F238E27FC236}">
                <a16:creationId xmlns:a16="http://schemas.microsoft.com/office/drawing/2014/main" id="{8DA30713-8809-0D06-464A-2FE6AEDD5D50}"/>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29CE6F9D-F5CC-323A-8504-42BE8E43B272}"/>
              </a:ext>
            </a:extLst>
          </p:cNvPr>
          <p:cNvSpPr>
            <a:spLocks noGrp="1"/>
          </p:cNvSpPr>
          <p:nvPr>
            <p:ph type="sldNum" sz="quarter" idx="12"/>
          </p:nvPr>
        </p:nvSpPr>
        <p:spPr/>
        <p:txBody>
          <a:bodyPr/>
          <a:lstStyle/>
          <a:p>
            <a:fld id="{4960477A-4681-466C-88A3-112E0A63AE3C}" type="slidenum">
              <a:rPr lang="ko-KR" altLang="en-US" smtClean="0"/>
              <a:t>‹#›</a:t>
            </a:fld>
            <a:endParaRPr lang="ko-KR" altLang="en-US"/>
          </a:p>
        </p:txBody>
      </p:sp>
    </p:spTree>
    <p:extLst>
      <p:ext uri="{BB962C8B-B14F-4D97-AF65-F5344CB8AC3E}">
        <p14:creationId xmlns:p14="http://schemas.microsoft.com/office/powerpoint/2010/main" val="37803331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제목 슬라이드">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94D6D643-EA5E-489B-16B6-9B1728D3D8E8}"/>
              </a:ext>
            </a:extLst>
          </p:cNvPr>
          <p:cNvGrpSpPr>
            <a:grpSpLocks/>
          </p:cNvGrpSpPr>
          <p:nvPr/>
        </p:nvGrpSpPr>
        <p:grpSpPr bwMode="auto">
          <a:xfrm>
            <a:off x="179917" y="2233613"/>
            <a:ext cx="12012083" cy="1052512"/>
            <a:chOff x="0" y="1536"/>
            <a:chExt cx="5675" cy="663"/>
          </a:xfrm>
        </p:grpSpPr>
        <p:grpSp>
          <p:nvGrpSpPr>
            <p:cNvPr id="3" name="Group 3">
              <a:extLst>
                <a:ext uri="{FF2B5EF4-FFF2-40B4-BE49-F238E27FC236}">
                  <a16:creationId xmlns:a16="http://schemas.microsoft.com/office/drawing/2014/main" id="{3FFFF46B-82B5-2DEE-2B92-E15F53A09ACA}"/>
                </a:ext>
              </a:extLst>
            </p:cNvPr>
            <p:cNvGrpSpPr>
              <a:grpSpLocks/>
            </p:cNvGrpSpPr>
            <p:nvPr/>
          </p:nvGrpSpPr>
          <p:grpSpPr bwMode="auto">
            <a:xfrm>
              <a:off x="185" y="1604"/>
              <a:ext cx="449" cy="299"/>
              <a:chOff x="720" y="336"/>
              <a:chExt cx="624" cy="432"/>
            </a:xfrm>
          </p:grpSpPr>
          <p:sp>
            <p:nvSpPr>
              <p:cNvPr id="10" name="Rectangle 4">
                <a:extLst>
                  <a:ext uri="{FF2B5EF4-FFF2-40B4-BE49-F238E27FC236}">
                    <a16:creationId xmlns:a16="http://schemas.microsoft.com/office/drawing/2014/main" id="{0888F1F1-90E0-A5D8-2B1B-071122621F40}"/>
                  </a:ext>
                </a:extLst>
              </p:cNvPr>
              <p:cNvSpPr>
                <a:spLocks noChangeArrowheads="1"/>
              </p:cNvSpPr>
              <p:nvPr/>
            </p:nvSpPr>
            <p:spPr bwMode="auto">
              <a:xfrm>
                <a:off x="720" y="336"/>
                <a:ext cx="384" cy="432"/>
              </a:xfrm>
              <a:prstGeom prst="rect">
                <a:avLst/>
              </a:prstGeom>
              <a:solidFill>
                <a:schemeClr val="folHlink"/>
              </a:solidFill>
              <a:ln>
                <a:noFill/>
              </a:ln>
            </p:spPr>
            <p:txBody>
              <a:bodyPr wrap="none" anchor="ctr"/>
              <a:lstStyle>
                <a:lvl1pPr eaLnBrk="0" hangingPunct="0">
                  <a:defRPr kumimoji="1">
                    <a:solidFill>
                      <a:schemeClr val="tx1"/>
                    </a:solidFill>
                    <a:latin typeface="굴림" panose="020B0600000101010101" pitchFamily="50" charset="-127"/>
                    <a:ea typeface="굴림" panose="020B0600000101010101" pitchFamily="50" charset="-127"/>
                  </a:defRPr>
                </a:lvl1pPr>
                <a:lvl2pPr marL="742950" indent="-285750" eaLnBrk="0" hangingPunct="0">
                  <a:defRPr kumimoji="1">
                    <a:solidFill>
                      <a:schemeClr val="tx1"/>
                    </a:solidFill>
                    <a:latin typeface="굴림" panose="020B0600000101010101" pitchFamily="50" charset="-127"/>
                    <a:ea typeface="굴림" panose="020B0600000101010101" pitchFamily="50" charset="-127"/>
                  </a:defRPr>
                </a:lvl2pPr>
                <a:lvl3pPr marL="1143000" indent="-228600" eaLnBrk="0" hangingPunct="0">
                  <a:defRPr kumimoji="1">
                    <a:solidFill>
                      <a:schemeClr val="tx1"/>
                    </a:solidFill>
                    <a:latin typeface="굴림" panose="020B0600000101010101" pitchFamily="50" charset="-127"/>
                    <a:ea typeface="굴림" panose="020B0600000101010101" pitchFamily="50" charset="-127"/>
                  </a:defRPr>
                </a:lvl3pPr>
                <a:lvl4pPr marL="1600200" indent="-228600" eaLnBrk="0" hangingPunct="0">
                  <a:defRPr kumimoji="1">
                    <a:solidFill>
                      <a:schemeClr val="tx1"/>
                    </a:solidFill>
                    <a:latin typeface="굴림" panose="020B0600000101010101" pitchFamily="50" charset="-127"/>
                    <a:ea typeface="굴림" panose="020B0600000101010101" pitchFamily="50" charset="-127"/>
                  </a:defRPr>
                </a:lvl4pPr>
                <a:lvl5pPr marL="2057400" indent="-228600" eaLnBrk="0" hangingPunct="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eaLnBrk="1" latinLnBrk="1" hangingPunct="1">
                  <a:defRPr/>
                </a:pPr>
                <a:endParaRPr lang="ko-KR" altLang="en-US" sz="1800"/>
              </a:p>
            </p:txBody>
          </p:sp>
          <p:sp>
            <p:nvSpPr>
              <p:cNvPr id="11" name="Rectangle 5">
                <a:extLst>
                  <a:ext uri="{FF2B5EF4-FFF2-40B4-BE49-F238E27FC236}">
                    <a16:creationId xmlns:a16="http://schemas.microsoft.com/office/drawing/2014/main" id="{52F12BF6-38C2-565F-3A4E-865D8C10E41E}"/>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kumimoji="1">
                    <a:solidFill>
                      <a:schemeClr val="tx1"/>
                    </a:solidFill>
                    <a:latin typeface="굴림" panose="020B0600000101010101" pitchFamily="50" charset="-127"/>
                    <a:ea typeface="굴림" panose="020B0600000101010101" pitchFamily="50" charset="-127"/>
                  </a:defRPr>
                </a:lvl1pPr>
                <a:lvl2pPr marL="742950" indent="-285750" eaLnBrk="0" hangingPunct="0">
                  <a:defRPr kumimoji="1">
                    <a:solidFill>
                      <a:schemeClr val="tx1"/>
                    </a:solidFill>
                    <a:latin typeface="굴림" panose="020B0600000101010101" pitchFamily="50" charset="-127"/>
                    <a:ea typeface="굴림" panose="020B0600000101010101" pitchFamily="50" charset="-127"/>
                  </a:defRPr>
                </a:lvl2pPr>
                <a:lvl3pPr marL="1143000" indent="-228600" eaLnBrk="0" hangingPunct="0">
                  <a:defRPr kumimoji="1">
                    <a:solidFill>
                      <a:schemeClr val="tx1"/>
                    </a:solidFill>
                    <a:latin typeface="굴림" panose="020B0600000101010101" pitchFamily="50" charset="-127"/>
                    <a:ea typeface="굴림" panose="020B0600000101010101" pitchFamily="50" charset="-127"/>
                  </a:defRPr>
                </a:lvl3pPr>
                <a:lvl4pPr marL="1600200" indent="-228600" eaLnBrk="0" hangingPunct="0">
                  <a:defRPr kumimoji="1">
                    <a:solidFill>
                      <a:schemeClr val="tx1"/>
                    </a:solidFill>
                    <a:latin typeface="굴림" panose="020B0600000101010101" pitchFamily="50" charset="-127"/>
                    <a:ea typeface="굴림" panose="020B0600000101010101" pitchFamily="50" charset="-127"/>
                  </a:defRPr>
                </a:lvl4pPr>
                <a:lvl5pPr marL="2057400" indent="-228600" eaLnBrk="0" hangingPunct="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eaLnBrk="1" latinLnBrk="1" hangingPunct="1">
                  <a:defRPr/>
                </a:pPr>
                <a:endParaRPr lang="ko-KR" altLang="en-US" sz="1800"/>
              </a:p>
            </p:txBody>
          </p:sp>
        </p:grpSp>
        <p:grpSp>
          <p:nvGrpSpPr>
            <p:cNvPr id="4" name="Group 6">
              <a:extLst>
                <a:ext uri="{FF2B5EF4-FFF2-40B4-BE49-F238E27FC236}">
                  <a16:creationId xmlns:a16="http://schemas.microsoft.com/office/drawing/2014/main" id="{B82D02BA-A651-6833-7D78-3C1DB87EC732}"/>
                </a:ext>
              </a:extLst>
            </p:cNvPr>
            <p:cNvGrpSpPr>
              <a:grpSpLocks/>
            </p:cNvGrpSpPr>
            <p:nvPr/>
          </p:nvGrpSpPr>
          <p:grpSpPr bwMode="auto">
            <a:xfrm>
              <a:off x="263" y="1870"/>
              <a:ext cx="466" cy="299"/>
              <a:chOff x="912" y="2640"/>
              <a:chExt cx="672" cy="432"/>
            </a:xfrm>
          </p:grpSpPr>
          <p:sp>
            <p:nvSpPr>
              <p:cNvPr id="8" name="Rectangle 7">
                <a:extLst>
                  <a:ext uri="{FF2B5EF4-FFF2-40B4-BE49-F238E27FC236}">
                    <a16:creationId xmlns:a16="http://schemas.microsoft.com/office/drawing/2014/main" id="{D51E2B36-157C-B2B4-198A-724F678B9C12}"/>
                  </a:ext>
                </a:extLst>
              </p:cNvPr>
              <p:cNvSpPr>
                <a:spLocks noChangeArrowheads="1"/>
              </p:cNvSpPr>
              <p:nvPr/>
            </p:nvSpPr>
            <p:spPr bwMode="auto">
              <a:xfrm>
                <a:off x="912" y="2640"/>
                <a:ext cx="384" cy="432"/>
              </a:xfrm>
              <a:prstGeom prst="rect">
                <a:avLst/>
              </a:prstGeom>
              <a:solidFill>
                <a:schemeClr val="accent2"/>
              </a:solidFill>
              <a:ln>
                <a:noFill/>
              </a:ln>
            </p:spPr>
            <p:txBody>
              <a:bodyPr wrap="none" anchor="ctr"/>
              <a:lstStyle>
                <a:lvl1pPr eaLnBrk="0" hangingPunct="0">
                  <a:defRPr kumimoji="1">
                    <a:solidFill>
                      <a:schemeClr val="tx1"/>
                    </a:solidFill>
                    <a:latin typeface="굴림" panose="020B0600000101010101" pitchFamily="50" charset="-127"/>
                    <a:ea typeface="굴림" panose="020B0600000101010101" pitchFamily="50" charset="-127"/>
                  </a:defRPr>
                </a:lvl1pPr>
                <a:lvl2pPr marL="742950" indent="-285750" eaLnBrk="0" hangingPunct="0">
                  <a:defRPr kumimoji="1">
                    <a:solidFill>
                      <a:schemeClr val="tx1"/>
                    </a:solidFill>
                    <a:latin typeface="굴림" panose="020B0600000101010101" pitchFamily="50" charset="-127"/>
                    <a:ea typeface="굴림" panose="020B0600000101010101" pitchFamily="50" charset="-127"/>
                  </a:defRPr>
                </a:lvl2pPr>
                <a:lvl3pPr marL="1143000" indent="-228600" eaLnBrk="0" hangingPunct="0">
                  <a:defRPr kumimoji="1">
                    <a:solidFill>
                      <a:schemeClr val="tx1"/>
                    </a:solidFill>
                    <a:latin typeface="굴림" panose="020B0600000101010101" pitchFamily="50" charset="-127"/>
                    <a:ea typeface="굴림" panose="020B0600000101010101" pitchFamily="50" charset="-127"/>
                  </a:defRPr>
                </a:lvl3pPr>
                <a:lvl4pPr marL="1600200" indent="-228600" eaLnBrk="0" hangingPunct="0">
                  <a:defRPr kumimoji="1">
                    <a:solidFill>
                      <a:schemeClr val="tx1"/>
                    </a:solidFill>
                    <a:latin typeface="굴림" panose="020B0600000101010101" pitchFamily="50" charset="-127"/>
                    <a:ea typeface="굴림" panose="020B0600000101010101" pitchFamily="50" charset="-127"/>
                  </a:defRPr>
                </a:lvl4pPr>
                <a:lvl5pPr marL="2057400" indent="-228600" eaLnBrk="0" hangingPunct="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eaLnBrk="1" latinLnBrk="1" hangingPunct="1">
                  <a:defRPr/>
                </a:pPr>
                <a:endParaRPr lang="ko-KR" altLang="en-US" sz="1800"/>
              </a:p>
            </p:txBody>
          </p:sp>
          <p:sp>
            <p:nvSpPr>
              <p:cNvPr id="9" name="Rectangle 8">
                <a:extLst>
                  <a:ext uri="{FF2B5EF4-FFF2-40B4-BE49-F238E27FC236}">
                    <a16:creationId xmlns:a16="http://schemas.microsoft.com/office/drawing/2014/main" id="{12BA6150-68A2-70E6-A07A-02A2CF037A70}"/>
                  </a:ext>
                </a:extLst>
              </p:cNvPr>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kumimoji="1">
                    <a:solidFill>
                      <a:schemeClr val="tx1"/>
                    </a:solidFill>
                    <a:latin typeface="굴림" panose="020B0600000101010101" pitchFamily="50" charset="-127"/>
                    <a:ea typeface="굴림" panose="020B0600000101010101" pitchFamily="50" charset="-127"/>
                  </a:defRPr>
                </a:lvl1pPr>
                <a:lvl2pPr marL="742950" indent="-285750" eaLnBrk="0" hangingPunct="0">
                  <a:defRPr kumimoji="1">
                    <a:solidFill>
                      <a:schemeClr val="tx1"/>
                    </a:solidFill>
                    <a:latin typeface="굴림" panose="020B0600000101010101" pitchFamily="50" charset="-127"/>
                    <a:ea typeface="굴림" panose="020B0600000101010101" pitchFamily="50" charset="-127"/>
                  </a:defRPr>
                </a:lvl2pPr>
                <a:lvl3pPr marL="1143000" indent="-228600" eaLnBrk="0" hangingPunct="0">
                  <a:defRPr kumimoji="1">
                    <a:solidFill>
                      <a:schemeClr val="tx1"/>
                    </a:solidFill>
                    <a:latin typeface="굴림" panose="020B0600000101010101" pitchFamily="50" charset="-127"/>
                    <a:ea typeface="굴림" panose="020B0600000101010101" pitchFamily="50" charset="-127"/>
                  </a:defRPr>
                </a:lvl3pPr>
                <a:lvl4pPr marL="1600200" indent="-228600" eaLnBrk="0" hangingPunct="0">
                  <a:defRPr kumimoji="1">
                    <a:solidFill>
                      <a:schemeClr val="tx1"/>
                    </a:solidFill>
                    <a:latin typeface="굴림" panose="020B0600000101010101" pitchFamily="50" charset="-127"/>
                    <a:ea typeface="굴림" panose="020B0600000101010101" pitchFamily="50" charset="-127"/>
                  </a:defRPr>
                </a:lvl4pPr>
                <a:lvl5pPr marL="2057400" indent="-228600" eaLnBrk="0" hangingPunct="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eaLnBrk="1" latinLnBrk="1" hangingPunct="1">
                  <a:defRPr/>
                </a:pPr>
                <a:endParaRPr lang="ko-KR" altLang="en-US" sz="1800"/>
              </a:p>
            </p:txBody>
          </p:sp>
        </p:grpSp>
        <p:sp>
          <p:nvSpPr>
            <p:cNvPr id="5" name="Rectangle 9">
              <a:extLst>
                <a:ext uri="{FF2B5EF4-FFF2-40B4-BE49-F238E27FC236}">
                  <a16:creationId xmlns:a16="http://schemas.microsoft.com/office/drawing/2014/main" id="{A9FC6469-F1DE-85ED-58A1-8907DD7F18B0}"/>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kumimoji="1">
                  <a:solidFill>
                    <a:schemeClr val="tx1"/>
                  </a:solidFill>
                  <a:latin typeface="굴림" panose="020B0600000101010101" pitchFamily="50" charset="-127"/>
                  <a:ea typeface="굴림" panose="020B0600000101010101" pitchFamily="50" charset="-127"/>
                </a:defRPr>
              </a:lvl1pPr>
              <a:lvl2pPr marL="742950" indent="-285750" eaLnBrk="0" hangingPunct="0">
                <a:defRPr kumimoji="1">
                  <a:solidFill>
                    <a:schemeClr val="tx1"/>
                  </a:solidFill>
                  <a:latin typeface="굴림" panose="020B0600000101010101" pitchFamily="50" charset="-127"/>
                  <a:ea typeface="굴림" panose="020B0600000101010101" pitchFamily="50" charset="-127"/>
                </a:defRPr>
              </a:lvl2pPr>
              <a:lvl3pPr marL="1143000" indent="-228600" eaLnBrk="0" hangingPunct="0">
                <a:defRPr kumimoji="1">
                  <a:solidFill>
                    <a:schemeClr val="tx1"/>
                  </a:solidFill>
                  <a:latin typeface="굴림" panose="020B0600000101010101" pitchFamily="50" charset="-127"/>
                  <a:ea typeface="굴림" panose="020B0600000101010101" pitchFamily="50" charset="-127"/>
                </a:defRPr>
              </a:lvl3pPr>
              <a:lvl4pPr marL="1600200" indent="-228600" eaLnBrk="0" hangingPunct="0">
                <a:defRPr kumimoji="1">
                  <a:solidFill>
                    <a:schemeClr val="tx1"/>
                  </a:solidFill>
                  <a:latin typeface="굴림" panose="020B0600000101010101" pitchFamily="50" charset="-127"/>
                  <a:ea typeface="굴림" panose="020B0600000101010101" pitchFamily="50" charset="-127"/>
                </a:defRPr>
              </a:lvl4pPr>
              <a:lvl5pPr marL="2057400" indent="-228600" eaLnBrk="0" hangingPunct="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eaLnBrk="1" latinLnBrk="1" hangingPunct="1">
                <a:defRPr/>
              </a:pPr>
              <a:endParaRPr lang="ko-KR" altLang="en-US" sz="1800"/>
            </a:p>
          </p:txBody>
        </p:sp>
        <p:sp>
          <p:nvSpPr>
            <p:cNvPr id="6" name="Rectangle 10">
              <a:extLst>
                <a:ext uri="{FF2B5EF4-FFF2-40B4-BE49-F238E27FC236}">
                  <a16:creationId xmlns:a16="http://schemas.microsoft.com/office/drawing/2014/main" id="{411A61BD-CA70-8D2C-6B49-B27C375858AD}"/>
                </a:ext>
              </a:extLst>
            </p:cNvPr>
            <p:cNvSpPr>
              <a:spLocks noChangeArrowheads="1"/>
            </p:cNvSpPr>
            <p:nvPr/>
          </p:nvSpPr>
          <p:spPr bwMode="auto">
            <a:xfrm>
              <a:off x="400" y="1536"/>
              <a:ext cx="20" cy="663"/>
            </a:xfrm>
            <a:prstGeom prst="rect">
              <a:avLst/>
            </a:prstGeom>
            <a:solidFill>
              <a:schemeClr val="bg2"/>
            </a:solidFill>
            <a:ln>
              <a:noFill/>
            </a:ln>
          </p:spPr>
          <p:txBody>
            <a:bodyPr wrap="none" anchor="ctr"/>
            <a:lstStyle>
              <a:lvl1pPr eaLnBrk="0" hangingPunct="0">
                <a:defRPr kumimoji="1">
                  <a:solidFill>
                    <a:schemeClr val="tx1"/>
                  </a:solidFill>
                  <a:latin typeface="굴림" panose="020B0600000101010101" pitchFamily="50" charset="-127"/>
                  <a:ea typeface="굴림" panose="020B0600000101010101" pitchFamily="50" charset="-127"/>
                </a:defRPr>
              </a:lvl1pPr>
              <a:lvl2pPr marL="742950" indent="-285750" eaLnBrk="0" hangingPunct="0">
                <a:defRPr kumimoji="1">
                  <a:solidFill>
                    <a:schemeClr val="tx1"/>
                  </a:solidFill>
                  <a:latin typeface="굴림" panose="020B0600000101010101" pitchFamily="50" charset="-127"/>
                  <a:ea typeface="굴림" panose="020B0600000101010101" pitchFamily="50" charset="-127"/>
                </a:defRPr>
              </a:lvl2pPr>
              <a:lvl3pPr marL="1143000" indent="-228600" eaLnBrk="0" hangingPunct="0">
                <a:defRPr kumimoji="1">
                  <a:solidFill>
                    <a:schemeClr val="tx1"/>
                  </a:solidFill>
                  <a:latin typeface="굴림" panose="020B0600000101010101" pitchFamily="50" charset="-127"/>
                  <a:ea typeface="굴림" panose="020B0600000101010101" pitchFamily="50" charset="-127"/>
                </a:defRPr>
              </a:lvl3pPr>
              <a:lvl4pPr marL="1600200" indent="-228600" eaLnBrk="0" hangingPunct="0">
                <a:defRPr kumimoji="1">
                  <a:solidFill>
                    <a:schemeClr val="tx1"/>
                  </a:solidFill>
                  <a:latin typeface="굴림" panose="020B0600000101010101" pitchFamily="50" charset="-127"/>
                  <a:ea typeface="굴림" panose="020B0600000101010101" pitchFamily="50" charset="-127"/>
                </a:defRPr>
              </a:lvl4pPr>
              <a:lvl5pPr marL="2057400" indent="-228600" eaLnBrk="0" hangingPunct="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eaLnBrk="1" latinLnBrk="1" hangingPunct="1">
                <a:defRPr/>
              </a:pPr>
              <a:endParaRPr lang="ko-KR" altLang="en-US" sz="1800"/>
            </a:p>
          </p:txBody>
        </p:sp>
        <p:sp>
          <p:nvSpPr>
            <p:cNvPr id="7" name="Rectangle 11">
              <a:extLst>
                <a:ext uri="{FF2B5EF4-FFF2-40B4-BE49-F238E27FC236}">
                  <a16:creationId xmlns:a16="http://schemas.microsoft.com/office/drawing/2014/main" id="{007B6922-F24A-BBD5-F894-D72FDCDD160F}"/>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kumimoji="1">
                  <a:solidFill>
                    <a:schemeClr val="tx1"/>
                  </a:solidFill>
                  <a:latin typeface="굴림" panose="020B0600000101010101" pitchFamily="50" charset="-127"/>
                  <a:ea typeface="굴림" panose="020B0600000101010101" pitchFamily="50" charset="-127"/>
                </a:defRPr>
              </a:lvl1pPr>
              <a:lvl2pPr marL="742950" indent="-285750" eaLnBrk="0" hangingPunct="0">
                <a:defRPr kumimoji="1">
                  <a:solidFill>
                    <a:schemeClr val="tx1"/>
                  </a:solidFill>
                  <a:latin typeface="굴림" panose="020B0600000101010101" pitchFamily="50" charset="-127"/>
                  <a:ea typeface="굴림" panose="020B0600000101010101" pitchFamily="50" charset="-127"/>
                </a:defRPr>
              </a:lvl2pPr>
              <a:lvl3pPr marL="1143000" indent="-228600" eaLnBrk="0" hangingPunct="0">
                <a:defRPr kumimoji="1">
                  <a:solidFill>
                    <a:schemeClr val="tx1"/>
                  </a:solidFill>
                  <a:latin typeface="굴림" panose="020B0600000101010101" pitchFamily="50" charset="-127"/>
                  <a:ea typeface="굴림" panose="020B0600000101010101" pitchFamily="50" charset="-127"/>
                </a:defRPr>
              </a:lvl3pPr>
              <a:lvl4pPr marL="1600200" indent="-228600" eaLnBrk="0" hangingPunct="0">
                <a:defRPr kumimoji="1">
                  <a:solidFill>
                    <a:schemeClr val="tx1"/>
                  </a:solidFill>
                  <a:latin typeface="굴림" panose="020B0600000101010101" pitchFamily="50" charset="-127"/>
                  <a:ea typeface="굴림" panose="020B0600000101010101" pitchFamily="50" charset="-127"/>
                </a:defRPr>
              </a:lvl4pPr>
              <a:lvl5pPr marL="2057400" indent="-228600" eaLnBrk="0" hangingPunct="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eaLnBrk="1" latinLnBrk="1" hangingPunct="1">
                <a:defRPr/>
              </a:pPr>
              <a:endParaRPr lang="ko-KR" altLang="en-US" sz="1800"/>
            </a:p>
          </p:txBody>
        </p:sp>
      </p:grpSp>
      <p:sp>
        <p:nvSpPr>
          <p:cNvPr id="14348" name="Rectangle 12"/>
          <p:cNvSpPr>
            <a:spLocks noGrp="1" noChangeArrowheads="1"/>
          </p:cNvSpPr>
          <p:nvPr>
            <p:ph type="ctrTitle"/>
          </p:nvPr>
        </p:nvSpPr>
        <p:spPr>
          <a:xfrm>
            <a:off x="1619219" y="1643050"/>
            <a:ext cx="9982197" cy="1143008"/>
          </a:xfrm>
        </p:spPr>
        <p:txBody>
          <a:bodyPr anchor="ctr"/>
          <a:lstStyle>
            <a:lvl1pPr algn="ctr">
              <a:defRPr sz="4000"/>
            </a:lvl1pPr>
          </a:lstStyle>
          <a:p>
            <a:r>
              <a:rPr lang="ko-KR" altLang="en-US" dirty="0"/>
              <a:t>마스터 제목 스타일 편집</a:t>
            </a:r>
          </a:p>
        </p:txBody>
      </p:sp>
      <p:sp>
        <p:nvSpPr>
          <p:cNvPr id="14349" name="Rectangle 13"/>
          <p:cNvSpPr>
            <a:spLocks noGrp="1" noChangeArrowheads="1"/>
          </p:cNvSpPr>
          <p:nvPr>
            <p:ph type="subTitle" idx="1"/>
          </p:nvPr>
        </p:nvSpPr>
        <p:spPr>
          <a:xfrm>
            <a:off x="2285973" y="3500438"/>
            <a:ext cx="8534400" cy="1752600"/>
          </a:xfrm>
        </p:spPr>
        <p:txBody>
          <a:bodyPr anchor="ctr"/>
          <a:lstStyle>
            <a:lvl1pPr marL="0" indent="0" algn="ctr">
              <a:buFont typeface="Wingdings" pitchFamily="2" charset="2"/>
              <a:buNone/>
              <a:defRPr sz="3200"/>
            </a:lvl1pPr>
          </a:lstStyle>
          <a:p>
            <a:r>
              <a:rPr lang="ko-KR" altLang="en-US"/>
              <a:t>마스터 부제목 스타일 편집</a:t>
            </a:r>
          </a:p>
        </p:txBody>
      </p:sp>
      <p:sp>
        <p:nvSpPr>
          <p:cNvPr id="12" name="Rectangle 14">
            <a:extLst>
              <a:ext uri="{FF2B5EF4-FFF2-40B4-BE49-F238E27FC236}">
                <a16:creationId xmlns:a16="http://schemas.microsoft.com/office/drawing/2014/main" id="{6F594815-4FB7-CD25-BF66-92C70B5DFA5F}"/>
              </a:ext>
            </a:extLst>
          </p:cNvPr>
          <p:cNvSpPr>
            <a:spLocks noGrp="1" noChangeArrowheads="1"/>
          </p:cNvSpPr>
          <p:nvPr>
            <p:ph type="dt" sz="half" idx="10"/>
          </p:nvPr>
        </p:nvSpPr>
        <p:spPr>
          <a:xfrm>
            <a:off x="1320800" y="6248400"/>
            <a:ext cx="2540000" cy="457200"/>
          </a:xfrm>
        </p:spPr>
        <p:txBody>
          <a:bodyPr/>
          <a:lstStyle>
            <a:lvl1pPr>
              <a:defRPr>
                <a:solidFill>
                  <a:schemeClr val="bg2"/>
                </a:solidFill>
              </a:defRPr>
            </a:lvl1pPr>
          </a:lstStyle>
          <a:p>
            <a:pPr>
              <a:defRPr/>
            </a:pPr>
            <a:endParaRPr lang="en-US" altLang="ko-KR"/>
          </a:p>
        </p:txBody>
      </p:sp>
      <p:sp>
        <p:nvSpPr>
          <p:cNvPr id="13" name="Rectangle 15">
            <a:extLst>
              <a:ext uri="{FF2B5EF4-FFF2-40B4-BE49-F238E27FC236}">
                <a16:creationId xmlns:a16="http://schemas.microsoft.com/office/drawing/2014/main" id="{6B0727C9-1F29-DCDE-ACEA-034FBC880A75}"/>
              </a:ext>
            </a:extLst>
          </p:cNvPr>
          <p:cNvSpPr>
            <a:spLocks noGrp="1" noChangeArrowheads="1"/>
          </p:cNvSpPr>
          <p:nvPr>
            <p:ph type="ftr" sz="quarter" idx="11"/>
          </p:nvPr>
        </p:nvSpPr>
        <p:spPr>
          <a:xfrm>
            <a:off x="4572000" y="6248400"/>
            <a:ext cx="3860800" cy="457200"/>
          </a:xfrm>
        </p:spPr>
        <p:txBody>
          <a:bodyPr/>
          <a:lstStyle>
            <a:lvl1pPr>
              <a:defRPr>
                <a:solidFill>
                  <a:schemeClr val="bg2"/>
                </a:solidFill>
              </a:defRPr>
            </a:lvl1pPr>
          </a:lstStyle>
          <a:p>
            <a:pPr>
              <a:defRPr/>
            </a:pPr>
            <a:endParaRPr lang="en-US" altLang="ko-KR"/>
          </a:p>
        </p:txBody>
      </p:sp>
      <p:sp>
        <p:nvSpPr>
          <p:cNvPr id="14" name="Rectangle 16">
            <a:extLst>
              <a:ext uri="{FF2B5EF4-FFF2-40B4-BE49-F238E27FC236}">
                <a16:creationId xmlns:a16="http://schemas.microsoft.com/office/drawing/2014/main" id="{1A5E9823-CBFF-0CEA-77DF-4838E24EB23A}"/>
              </a:ext>
            </a:extLst>
          </p:cNvPr>
          <p:cNvSpPr>
            <a:spLocks noGrp="1" noChangeArrowheads="1"/>
          </p:cNvSpPr>
          <p:nvPr>
            <p:ph type="sldNum" sz="quarter" idx="12"/>
          </p:nvPr>
        </p:nvSpPr>
        <p:spPr>
          <a:xfrm>
            <a:off x="9144000" y="6248400"/>
            <a:ext cx="2540000" cy="457200"/>
          </a:xfrm>
        </p:spPr>
        <p:txBody>
          <a:bodyPr/>
          <a:lstStyle>
            <a:lvl1pPr>
              <a:defRPr>
                <a:solidFill>
                  <a:schemeClr val="bg2"/>
                </a:solidFill>
              </a:defRPr>
            </a:lvl1pPr>
          </a:lstStyle>
          <a:p>
            <a:pPr>
              <a:defRPr/>
            </a:pPr>
            <a:fld id="{6A6389A9-249E-49A4-ABBA-268282FA2926}" type="slidenum">
              <a:rPr lang="en-US" altLang="ko-KR"/>
              <a:pPr>
                <a:defRPr/>
              </a:pPr>
              <a:t>‹#›</a:t>
            </a:fld>
            <a:endParaRPr lang="en-US" altLang="ko-KR"/>
          </a:p>
        </p:txBody>
      </p:sp>
    </p:spTree>
    <p:extLst>
      <p:ext uri="{BB962C8B-B14F-4D97-AF65-F5344CB8AC3E}">
        <p14:creationId xmlns:p14="http://schemas.microsoft.com/office/powerpoint/2010/main" val="19469402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idx="1"/>
          </p:nvPr>
        </p:nvSpPr>
        <p:spPr/>
        <p:txBody>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11">
            <a:extLst>
              <a:ext uri="{FF2B5EF4-FFF2-40B4-BE49-F238E27FC236}">
                <a16:creationId xmlns:a16="http://schemas.microsoft.com/office/drawing/2014/main" id="{F99FB814-4C2F-E171-1A95-FABA48BAFC3F}"/>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12">
            <a:extLst>
              <a:ext uri="{FF2B5EF4-FFF2-40B4-BE49-F238E27FC236}">
                <a16:creationId xmlns:a16="http://schemas.microsoft.com/office/drawing/2014/main" id="{3D5F89DC-A476-FDB8-D8B3-33336D1C4255}"/>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13">
            <a:extLst>
              <a:ext uri="{FF2B5EF4-FFF2-40B4-BE49-F238E27FC236}">
                <a16:creationId xmlns:a16="http://schemas.microsoft.com/office/drawing/2014/main" id="{083F49D5-6AE3-9190-0F50-9DC7A455C816}"/>
              </a:ext>
            </a:extLst>
          </p:cNvPr>
          <p:cNvSpPr>
            <a:spLocks noGrp="1" noChangeArrowheads="1"/>
          </p:cNvSpPr>
          <p:nvPr>
            <p:ph type="sldNum" sz="quarter" idx="12"/>
          </p:nvPr>
        </p:nvSpPr>
        <p:spPr>
          <a:ln/>
        </p:spPr>
        <p:txBody>
          <a:bodyPr/>
          <a:lstStyle>
            <a:lvl1pPr>
              <a:defRPr/>
            </a:lvl1pPr>
          </a:lstStyle>
          <a:p>
            <a:pPr>
              <a:defRPr/>
            </a:pPr>
            <a:fld id="{914ECFCA-AE0B-46FD-8065-A7E6F84B7079}" type="slidenum">
              <a:rPr lang="en-US" altLang="ko-KR"/>
              <a:pPr>
                <a:defRPr/>
              </a:pPr>
              <a:t>‹#›</a:t>
            </a:fld>
            <a:endParaRPr lang="en-US" altLang="ko-KR"/>
          </a:p>
        </p:txBody>
      </p:sp>
    </p:spTree>
    <p:extLst>
      <p:ext uri="{BB962C8B-B14F-4D97-AF65-F5344CB8AC3E}">
        <p14:creationId xmlns:p14="http://schemas.microsoft.com/office/powerpoint/2010/main" val="6019681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p:cNvSpPr>
            <a:spLocks noGrp="1"/>
          </p:cNvSpPr>
          <p:nvPr>
            <p:ph type="title"/>
          </p:nvPr>
        </p:nvSpPr>
        <p:spPr>
          <a:xfrm>
            <a:off x="963084" y="4406901"/>
            <a:ext cx="10363200" cy="1362075"/>
          </a:xfrm>
        </p:spPr>
        <p:txBody>
          <a:bodyPr anchor="t"/>
          <a:lstStyle>
            <a:lvl1pPr algn="l">
              <a:defRPr sz="4000" b="1" cap="all"/>
            </a:lvl1pPr>
          </a:lstStyle>
          <a:p>
            <a:r>
              <a:rPr lang="ko-KR" altLang="en-US"/>
              <a:t>마스터 제목 스타일 편집</a:t>
            </a:r>
          </a:p>
        </p:txBody>
      </p:sp>
      <p:sp>
        <p:nvSpPr>
          <p:cNvPr id="3" name="텍스트 개체 틀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ko-KR" altLang="en-US"/>
              <a:t>마스터 텍스트 스타일을 편집합니다</a:t>
            </a:r>
          </a:p>
        </p:txBody>
      </p:sp>
      <p:sp>
        <p:nvSpPr>
          <p:cNvPr id="4" name="Rectangle 11">
            <a:extLst>
              <a:ext uri="{FF2B5EF4-FFF2-40B4-BE49-F238E27FC236}">
                <a16:creationId xmlns:a16="http://schemas.microsoft.com/office/drawing/2014/main" id="{45FF8FA3-C607-B974-1B8B-0F08FCF58483}"/>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12">
            <a:extLst>
              <a:ext uri="{FF2B5EF4-FFF2-40B4-BE49-F238E27FC236}">
                <a16:creationId xmlns:a16="http://schemas.microsoft.com/office/drawing/2014/main" id="{6C1A0C33-5B56-E720-BBAC-50020D00D45F}"/>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13">
            <a:extLst>
              <a:ext uri="{FF2B5EF4-FFF2-40B4-BE49-F238E27FC236}">
                <a16:creationId xmlns:a16="http://schemas.microsoft.com/office/drawing/2014/main" id="{6B7E7092-4328-0556-E120-19DBFDBE5EB3}"/>
              </a:ext>
            </a:extLst>
          </p:cNvPr>
          <p:cNvSpPr>
            <a:spLocks noGrp="1" noChangeArrowheads="1"/>
          </p:cNvSpPr>
          <p:nvPr>
            <p:ph type="sldNum" sz="quarter" idx="12"/>
          </p:nvPr>
        </p:nvSpPr>
        <p:spPr>
          <a:ln/>
        </p:spPr>
        <p:txBody>
          <a:bodyPr/>
          <a:lstStyle>
            <a:lvl1pPr>
              <a:defRPr/>
            </a:lvl1pPr>
          </a:lstStyle>
          <a:p>
            <a:pPr>
              <a:defRPr/>
            </a:pPr>
            <a:fld id="{F74C7BC0-5FFF-4071-A29F-6ADCA63C0074}" type="slidenum">
              <a:rPr lang="en-US" altLang="ko-KR"/>
              <a:pPr>
                <a:defRPr/>
              </a:pPr>
              <a:t>‹#›</a:t>
            </a:fld>
            <a:endParaRPr lang="en-US" altLang="ko-KR"/>
          </a:p>
        </p:txBody>
      </p:sp>
    </p:spTree>
    <p:extLst>
      <p:ext uri="{BB962C8B-B14F-4D97-AF65-F5344CB8AC3E}">
        <p14:creationId xmlns:p14="http://schemas.microsoft.com/office/powerpoint/2010/main" val="24559626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내용 개체 틀 2"/>
          <p:cNvSpPr>
            <a:spLocks noGrp="1"/>
          </p:cNvSpPr>
          <p:nvPr>
            <p:ph sz="half" idx="1"/>
          </p:nvPr>
        </p:nvSpPr>
        <p:spPr>
          <a:xfrm>
            <a:off x="15769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내용 개체 틀 3"/>
          <p:cNvSpPr>
            <a:spLocks noGrp="1"/>
          </p:cNvSpPr>
          <p:nvPr>
            <p:ph sz="half" idx="2"/>
          </p:nvPr>
        </p:nvSpPr>
        <p:spPr>
          <a:xfrm>
            <a:off x="6860117" y="2017713"/>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Rectangle 11">
            <a:extLst>
              <a:ext uri="{FF2B5EF4-FFF2-40B4-BE49-F238E27FC236}">
                <a16:creationId xmlns:a16="http://schemas.microsoft.com/office/drawing/2014/main" id="{147C35D5-105D-4A4E-0A88-E5A566E13CB9}"/>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12">
            <a:extLst>
              <a:ext uri="{FF2B5EF4-FFF2-40B4-BE49-F238E27FC236}">
                <a16:creationId xmlns:a16="http://schemas.microsoft.com/office/drawing/2014/main" id="{81342B2B-8B85-D472-57E9-380FEFFFA578}"/>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13">
            <a:extLst>
              <a:ext uri="{FF2B5EF4-FFF2-40B4-BE49-F238E27FC236}">
                <a16:creationId xmlns:a16="http://schemas.microsoft.com/office/drawing/2014/main" id="{53A209EA-7154-5BA0-166B-38AF5AC95433}"/>
              </a:ext>
            </a:extLst>
          </p:cNvPr>
          <p:cNvSpPr>
            <a:spLocks noGrp="1" noChangeArrowheads="1"/>
          </p:cNvSpPr>
          <p:nvPr>
            <p:ph type="sldNum" sz="quarter" idx="12"/>
          </p:nvPr>
        </p:nvSpPr>
        <p:spPr>
          <a:ln/>
        </p:spPr>
        <p:txBody>
          <a:bodyPr/>
          <a:lstStyle>
            <a:lvl1pPr>
              <a:defRPr/>
            </a:lvl1pPr>
          </a:lstStyle>
          <a:p>
            <a:pPr>
              <a:defRPr/>
            </a:pPr>
            <a:fld id="{D98653B4-0C12-4198-9BA6-B98E5E478775}" type="slidenum">
              <a:rPr lang="en-US" altLang="ko-KR"/>
              <a:pPr>
                <a:defRPr/>
              </a:pPr>
              <a:t>‹#›</a:t>
            </a:fld>
            <a:endParaRPr lang="en-US" altLang="ko-KR"/>
          </a:p>
        </p:txBody>
      </p:sp>
    </p:spTree>
    <p:extLst>
      <p:ext uri="{BB962C8B-B14F-4D97-AF65-F5344CB8AC3E}">
        <p14:creationId xmlns:p14="http://schemas.microsoft.com/office/powerpoint/2010/main" val="261521578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p:cNvSpPr>
            <a:spLocks noGrp="1"/>
          </p:cNvSpPr>
          <p:nvPr>
            <p:ph type="title"/>
          </p:nvPr>
        </p:nvSpPr>
        <p:spPr>
          <a:xfrm>
            <a:off x="609600" y="274638"/>
            <a:ext cx="10972800" cy="1143000"/>
          </a:xfrm>
        </p:spPr>
        <p:txBody>
          <a:bodyPr/>
          <a:lstStyle>
            <a:lvl1pPr>
              <a:defRPr/>
            </a:lvl1pPr>
          </a:lstStyle>
          <a:p>
            <a:r>
              <a:rPr lang="ko-KR" altLang="en-US"/>
              <a:t>마스터 제목 스타일 편집</a:t>
            </a:r>
          </a:p>
        </p:txBody>
      </p:sp>
      <p:sp>
        <p:nvSpPr>
          <p:cNvPr id="3" name="텍스트 개체 틀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4" name="내용 개체 틀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5" name="텍스트 개체 틀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편집합니다</a:t>
            </a:r>
          </a:p>
        </p:txBody>
      </p:sp>
      <p:sp>
        <p:nvSpPr>
          <p:cNvPr id="6" name="내용 개체 틀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7" name="Rectangle 11">
            <a:extLst>
              <a:ext uri="{FF2B5EF4-FFF2-40B4-BE49-F238E27FC236}">
                <a16:creationId xmlns:a16="http://schemas.microsoft.com/office/drawing/2014/main" id="{77E5F2A6-75EA-6E5F-09FA-DB6ACEB6E883}"/>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8" name="Rectangle 12">
            <a:extLst>
              <a:ext uri="{FF2B5EF4-FFF2-40B4-BE49-F238E27FC236}">
                <a16:creationId xmlns:a16="http://schemas.microsoft.com/office/drawing/2014/main" id="{DEC5A9B1-E1CF-B1BA-20C8-13E8848A2BD1}"/>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9" name="Rectangle 13">
            <a:extLst>
              <a:ext uri="{FF2B5EF4-FFF2-40B4-BE49-F238E27FC236}">
                <a16:creationId xmlns:a16="http://schemas.microsoft.com/office/drawing/2014/main" id="{14000079-8220-7347-C0CA-EBEEBD876640}"/>
              </a:ext>
            </a:extLst>
          </p:cNvPr>
          <p:cNvSpPr>
            <a:spLocks noGrp="1" noChangeArrowheads="1"/>
          </p:cNvSpPr>
          <p:nvPr>
            <p:ph type="sldNum" sz="quarter" idx="12"/>
          </p:nvPr>
        </p:nvSpPr>
        <p:spPr>
          <a:ln/>
        </p:spPr>
        <p:txBody>
          <a:bodyPr/>
          <a:lstStyle>
            <a:lvl1pPr>
              <a:defRPr/>
            </a:lvl1pPr>
          </a:lstStyle>
          <a:p>
            <a:pPr>
              <a:defRPr/>
            </a:pPr>
            <a:fld id="{CB804208-A36A-4EF3-8992-CDD8DF92351A}" type="slidenum">
              <a:rPr lang="en-US" altLang="ko-KR"/>
              <a:pPr>
                <a:defRPr/>
              </a:pPr>
              <a:t>‹#›</a:t>
            </a:fld>
            <a:endParaRPr lang="en-US" altLang="ko-KR"/>
          </a:p>
        </p:txBody>
      </p:sp>
    </p:spTree>
    <p:extLst>
      <p:ext uri="{BB962C8B-B14F-4D97-AF65-F5344CB8AC3E}">
        <p14:creationId xmlns:p14="http://schemas.microsoft.com/office/powerpoint/2010/main" val="11617600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Rectangle 11">
            <a:extLst>
              <a:ext uri="{FF2B5EF4-FFF2-40B4-BE49-F238E27FC236}">
                <a16:creationId xmlns:a16="http://schemas.microsoft.com/office/drawing/2014/main" id="{2DF41A7D-8FB9-D784-A115-B096F3BB5766}"/>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4" name="Rectangle 12">
            <a:extLst>
              <a:ext uri="{FF2B5EF4-FFF2-40B4-BE49-F238E27FC236}">
                <a16:creationId xmlns:a16="http://schemas.microsoft.com/office/drawing/2014/main" id="{46B87140-AF7A-ED47-D92E-E7298712CE9F}"/>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5" name="Rectangle 13">
            <a:extLst>
              <a:ext uri="{FF2B5EF4-FFF2-40B4-BE49-F238E27FC236}">
                <a16:creationId xmlns:a16="http://schemas.microsoft.com/office/drawing/2014/main" id="{C7FAECD2-9191-8EEA-6B0C-58C12B80E19B}"/>
              </a:ext>
            </a:extLst>
          </p:cNvPr>
          <p:cNvSpPr>
            <a:spLocks noGrp="1" noChangeArrowheads="1"/>
          </p:cNvSpPr>
          <p:nvPr>
            <p:ph type="sldNum" sz="quarter" idx="12"/>
          </p:nvPr>
        </p:nvSpPr>
        <p:spPr>
          <a:ln/>
        </p:spPr>
        <p:txBody>
          <a:bodyPr/>
          <a:lstStyle>
            <a:lvl1pPr>
              <a:defRPr/>
            </a:lvl1pPr>
          </a:lstStyle>
          <a:p>
            <a:pPr>
              <a:defRPr/>
            </a:pPr>
            <a:fld id="{F1B6A25E-B551-4694-8A78-290E9A963A8A}" type="slidenum">
              <a:rPr lang="en-US" altLang="ko-KR"/>
              <a:pPr>
                <a:defRPr/>
              </a:pPr>
              <a:t>‹#›</a:t>
            </a:fld>
            <a:endParaRPr lang="en-US" altLang="ko-KR"/>
          </a:p>
        </p:txBody>
      </p:sp>
    </p:spTree>
    <p:extLst>
      <p:ext uri="{BB962C8B-B14F-4D97-AF65-F5344CB8AC3E}">
        <p14:creationId xmlns:p14="http://schemas.microsoft.com/office/powerpoint/2010/main" val="33947422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Rectangle 11">
            <a:extLst>
              <a:ext uri="{FF2B5EF4-FFF2-40B4-BE49-F238E27FC236}">
                <a16:creationId xmlns:a16="http://schemas.microsoft.com/office/drawing/2014/main" id="{A574BF8D-B6E5-867B-E080-2DEE1E43D145}"/>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3" name="Rectangle 12">
            <a:extLst>
              <a:ext uri="{FF2B5EF4-FFF2-40B4-BE49-F238E27FC236}">
                <a16:creationId xmlns:a16="http://schemas.microsoft.com/office/drawing/2014/main" id="{BCE76B16-318C-B690-33AC-FAAD8F6FDC39}"/>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4" name="Rectangle 13">
            <a:extLst>
              <a:ext uri="{FF2B5EF4-FFF2-40B4-BE49-F238E27FC236}">
                <a16:creationId xmlns:a16="http://schemas.microsoft.com/office/drawing/2014/main" id="{D73FDC9A-4725-8725-338C-7DAD89988AFD}"/>
              </a:ext>
            </a:extLst>
          </p:cNvPr>
          <p:cNvSpPr>
            <a:spLocks noGrp="1" noChangeArrowheads="1"/>
          </p:cNvSpPr>
          <p:nvPr>
            <p:ph type="sldNum" sz="quarter" idx="12"/>
          </p:nvPr>
        </p:nvSpPr>
        <p:spPr>
          <a:ln/>
        </p:spPr>
        <p:txBody>
          <a:bodyPr/>
          <a:lstStyle>
            <a:lvl1pPr>
              <a:defRPr/>
            </a:lvl1pPr>
          </a:lstStyle>
          <a:p>
            <a:pPr>
              <a:defRPr/>
            </a:pPr>
            <a:fld id="{7BDBCA01-D480-4917-822E-CF2DEBAA7696}" type="slidenum">
              <a:rPr lang="en-US" altLang="ko-KR"/>
              <a:pPr>
                <a:defRPr/>
              </a:pPr>
              <a:t>‹#›</a:t>
            </a:fld>
            <a:endParaRPr lang="en-US" altLang="ko-KR"/>
          </a:p>
        </p:txBody>
      </p:sp>
    </p:spTree>
    <p:extLst>
      <p:ext uri="{BB962C8B-B14F-4D97-AF65-F5344CB8AC3E}">
        <p14:creationId xmlns:p14="http://schemas.microsoft.com/office/powerpoint/2010/main" val="241343299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p:cNvSpPr>
            <a:spLocks noGrp="1"/>
          </p:cNvSpPr>
          <p:nvPr>
            <p:ph type="title"/>
          </p:nvPr>
        </p:nvSpPr>
        <p:spPr>
          <a:xfrm>
            <a:off x="609601" y="273050"/>
            <a:ext cx="4011084" cy="1162050"/>
          </a:xfrm>
        </p:spPr>
        <p:txBody>
          <a:bodyPr/>
          <a:lstStyle>
            <a:lvl1pPr algn="l">
              <a:defRPr sz="2000" b="1"/>
            </a:lvl1pPr>
          </a:lstStyle>
          <a:p>
            <a:r>
              <a:rPr lang="ko-KR" altLang="en-US"/>
              <a:t>마스터 제목 스타일 편집</a:t>
            </a:r>
          </a:p>
        </p:txBody>
      </p:sp>
      <p:sp>
        <p:nvSpPr>
          <p:cNvPr id="3" name="내용 개체 틀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텍스트 개체 틀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11">
            <a:extLst>
              <a:ext uri="{FF2B5EF4-FFF2-40B4-BE49-F238E27FC236}">
                <a16:creationId xmlns:a16="http://schemas.microsoft.com/office/drawing/2014/main" id="{3AB0184C-3200-28E3-EF24-EB0C57EFCD87}"/>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12">
            <a:extLst>
              <a:ext uri="{FF2B5EF4-FFF2-40B4-BE49-F238E27FC236}">
                <a16:creationId xmlns:a16="http://schemas.microsoft.com/office/drawing/2014/main" id="{85A2E5F1-22EF-8350-28B4-C1006831D868}"/>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13">
            <a:extLst>
              <a:ext uri="{FF2B5EF4-FFF2-40B4-BE49-F238E27FC236}">
                <a16:creationId xmlns:a16="http://schemas.microsoft.com/office/drawing/2014/main" id="{71D38189-DF0E-67C3-8EC8-AEFA536BE6BA}"/>
              </a:ext>
            </a:extLst>
          </p:cNvPr>
          <p:cNvSpPr>
            <a:spLocks noGrp="1" noChangeArrowheads="1"/>
          </p:cNvSpPr>
          <p:nvPr>
            <p:ph type="sldNum" sz="quarter" idx="12"/>
          </p:nvPr>
        </p:nvSpPr>
        <p:spPr>
          <a:ln/>
        </p:spPr>
        <p:txBody>
          <a:bodyPr/>
          <a:lstStyle>
            <a:lvl1pPr>
              <a:defRPr/>
            </a:lvl1pPr>
          </a:lstStyle>
          <a:p>
            <a:pPr>
              <a:defRPr/>
            </a:pPr>
            <a:fld id="{086D1A19-54B3-43C9-920B-D40E6B7C95AC}" type="slidenum">
              <a:rPr lang="en-US" altLang="ko-KR"/>
              <a:pPr>
                <a:defRPr/>
              </a:pPr>
              <a:t>‹#›</a:t>
            </a:fld>
            <a:endParaRPr lang="en-US" altLang="ko-KR"/>
          </a:p>
        </p:txBody>
      </p:sp>
    </p:spTree>
    <p:extLst>
      <p:ext uri="{BB962C8B-B14F-4D97-AF65-F5344CB8AC3E}">
        <p14:creationId xmlns:p14="http://schemas.microsoft.com/office/powerpoint/2010/main" val="37648396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p:cNvSpPr>
            <a:spLocks noGrp="1"/>
          </p:cNvSpPr>
          <p:nvPr>
            <p:ph type="title"/>
          </p:nvPr>
        </p:nvSpPr>
        <p:spPr>
          <a:xfrm>
            <a:off x="2389717" y="4800600"/>
            <a:ext cx="7315200" cy="566738"/>
          </a:xfrm>
        </p:spPr>
        <p:txBody>
          <a:bodyPr/>
          <a:lstStyle>
            <a:lvl1pPr algn="l">
              <a:defRPr sz="2000" b="1"/>
            </a:lvl1pPr>
          </a:lstStyle>
          <a:p>
            <a:r>
              <a:rPr lang="ko-KR" altLang="en-US"/>
              <a:t>마스터 제목 스타일 편집</a:t>
            </a:r>
          </a:p>
        </p:txBody>
      </p:sp>
      <p:sp>
        <p:nvSpPr>
          <p:cNvPr id="3" name="그림 개체 틀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ko-KR" altLang="en-US" noProof="0"/>
          </a:p>
        </p:txBody>
      </p:sp>
      <p:sp>
        <p:nvSpPr>
          <p:cNvPr id="4" name="텍스트 개체 틀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ko-KR" altLang="en-US"/>
              <a:t>마스터 텍스트 스타일을 편집합니다</a:t>
            </a:r>
          </a:p>
        </p:txBody>
      </p:sp>
      <p:sp>
        <p:nvSpPr>
          <p:cNvPr id="5" name="Rectangle 11">
            <a:extLst>
              <a:ext uri="{FF2B5EF4-FFF2-40B4-BE49-F238E27FC236}">
                <a16:creationId xmlns:a16="http://schemas.microsoft.com/office/drawing/2014/main" id="{4CD963CF-7CD6-E839-C435-BE794FCB7599}"/>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6" name="Rectangle 12">
            <a:extLst>
              <a:ext uri="{FF2B5EF4-FFF2-40B4-BE49-F238E27FC236}">
                <a16:creationId xmlns:a16="http://schemas.microsoft.com/office/drawing/2014/main" id="{13721D95-43A0-FD38-DF37-8DED0432B510}"/>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7" name="Rectangle 13">
            <a:extLst>
              <a:ext uri="{FF2B5EF4-FFF2-40B4-BE49-F238E27FC236}">
                <a16:creationId xmlns:a16="http://schemas.microsoft.com/office/drawing/2014/main" id="{4E3AC501-D725-5FC9-8F9B-5D3A820CFE24}"/>
              </a:ext>
            </a:extLst>
          </p:cNvPr>
          <p:cNvSpPr>
            <a:spLocks noGrp="1" noChangeArrowheads="1"/>
          </p:cNvSpPr>
          <p:nvPr>
            <p:ph type="sldNum" sz="quarter" idx="12"/>
          </p:nvPr>
        </p:nvSpPr>
        <p:spPr>
          <a:ln/>
        </p:spPr>
        <p:txBody>
          <a:bodyPr/>
          <a:lstStyle>
            <a:lvl1pPr>
              <a:defRPr/>
            </a:lvl1pPr>
          </a:lstStyle>
          <a:p>
            <a:pPr>
              <a:defRPr/>
            </a:pPr>
            <a:fld id="{57083B95-8563-4C1E-8D07-3AADA02622FF}" type="slidenum">
              <a:rPr lang="en-US" altLang="ko-KR"/>
              <a:pPr>
                <a:defRPr/>
              </a:pPr>
              <a:t>‹#›</a:t>
            </a:fld>
            <a:endParaRPr lang="en-US" altLang="ko-KR"/>
          </a:p>
        </p:txBody>
      </p:sp>
    </p:spTree>
    <p:extLst>
      <p:ext uri="{BB962C8B-B14F-4D97-AF65-F5344CB8AC3E}">
        <p14:creationId xmlns:p14="http://schemas.microsoft.com/office/powerpoint/2010/main" val="399930167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a:t>마스터 제목 스타일 편집</a:t>
            </a:r>
          </a:p>
        </p:txBody>
      </p:sp>
      <p:sp>
        <p:nvSpPr>
          <p:cNvPr id="3" name="세로 텍스트 개체 틀 2"/>
          <p:cNvSpPr>
            <a:spLocks noGrp="1"/>
          </p:cNvSpPr>
          <p:nvPr>
            <p:ph type="body" orient="vert" idx="1"/>
          </p:nvPr>
        </p:nvSpPr>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11">
            <a:extLst>
              <a:ext uri="{FF2B5EF4-FFF2-40B4-BE49-F238E27FC236}">
                <a16:creationId xmlns:a16="http://schemas.microsoft.com/office/drawing/2014/main" id="{FF4C8A71-6009-DB73-B2CC-EC241C493FDE}"/>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12">
            <a:extLst>
              <a:ext uri="{FF2B5EF4-FFF2-40B4-BE49-F238E27FC236}">
                <a16:creationId xmlns:a16="http://schemas.microsoft.com/office/drawing/2014/main" id="{F30057C8-FD0F-8159-2A70-0BB9F2F2C8F6}"/>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13">
            <a:extLst>
              <a:ext uri="{FF2B5EF4-FFF2-40B4-BE49-F238E27FC236}">
                <a16:creationId xmlns:a16="http://schemas.microsoft.com/office/drawing/2014/main" id="{A681671E-DA1B-56E5-A9FF-80CBDB7E2AAD}"/>
              </a:ext>
            </a:extLst>
          </p:cNvPr>
          <p:cNvSpPr>
            <a:spLocks noGrp="1" noChangeArrowheads="1"/>
          </p:cNvSpPr>
          <p:nvPr>
            <p:ph type="sldNum" sz="quarter" idx="12"/>
          </p:nvPr>
        </p:nvSpPr>
        <p:spPr>
          <a:ln/>
        </p:spPr>
        <p:txBody>
          <a:bodyPr/>
          <a:lstStyle>
            <a:lvl1pPr>
              <a:defRPr/>
            </a:lvl1pPr>
          </a:lstStyle>
          <a:p>
            <a:pPr>
              <a:defRPr/>
            </a:pPr>
            <a:fld id="{5A496472-B3F6-43A9-85CE-B6FD9F46A5A7}" type="slidenum">
              <a:rPr lang="en-US" altLang="ko-KR"/>
              <a:pPr>
                <a:defRPr/>
              </a:pPr>
              <a:t>‹#›</a:t>
            </a:fld>
            <a:endParaRPr lang="en-US" altLang="ko-KR"/>
          </a:p>
        </p:txBody>
      </p:sp>
    </p:spTree>
    <p:extLst>
      <p:ext uri="{BB962C8B-B14F-4D97-AF65-F5344CB8AC3E}">
        <p14:creationId xmlns:p14="http://schemas.microsoft.com/office/powerpoint/2010/main" val="248661930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p:cNvSpPr>
            <a:spLocks noGrp="1"/>
          </p:cNvSpPr>
          <p:nvPr>
            <p:ph type="title" orient="vert"/>
          </p:nvPr>
        </p:nvSpPr>
        <p:spPr>
          <a:xfrm>
            <a:off x="9338733" y="214313"/>
            <a:ext cx="2601384" cy="5918200"/>
          </a:xfrm>
        </p:spPr>
        <p:txBody>
          <a:bodyPr vert="eaVert"/>
          <a:lstStyle/>
          <a:p>
            <a:r>
              <a:rPr lang="ko-KR" altLang="en-US"/>
              <a:t>마스터 제목 스타일 편집</a:t>
            </a:r>
          </a:p>
        </p:txBody>
      </p:sp>
      <p:sp>
        <p:nvSpPr>
          <p:cNvPr id="3" name="세로 텍스트 개체 틀 2"/>
          <p:cNvSpPr>
            <a:spLocks noGrp="1"/>
          </p:cNvSpPr>
          <p:nvPr>
            <p:ph type="body" orient="vert" idx="1"/>
          </p:nvPr>
        </p:nvSpPr>
        <p:spPr>
          <a:xfrm>
            <a:off x="1534584" y="214313"/>
            <a:ext cx="7600949" cy="5918200"/>
          </a:xfrm>
        </p:spPr>
        <p:txBody>
          <a:bodyPr vert="eaVert"/>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Rectangle 11">
            <a:extLst>
              <a:ext uri="{FF2B5EF4-FFF2-40B4-BE49-F238E27FC236}">
                <a16:creationId xmlns:a16="http://schemas.microsoft.com/office/drawing/2014/main" id="{AE236366-9C2E-8EB6-C5CD-2D1134AB7761}"/>
              </a:ext>
            </a:extLst>
          </p:cNvPr>
          <p:cNvSpPr>
            <a:spLocks noGrp="1" noChangeArrowheads="1"/>
          </p:cNvSpPr>
          <p:nvPr>
            <p:ph type="dt" sz="half" idx="10"/>
          </p:nvPr>
        </p:nvSpPr>
        <p:spPr>
          <a:ln/>
        </p:spPr>
        <p:txBody>
          <a:bodyPr/>
          <a:lstStyle>
            <a:lvl1pPr>
              <a:defRPr/>
            </a:lvl1pPr>
          </a:lstStyle>
          <a:p>
            <a:pPr>
              <a:defRPr/>
            </a:pPr>
            <a:endParaRPr lang="en-US" altLang="ko-KR"/>
          </a:p>
        </p:txBody>
      </p:sp>
      <p:sp>
        <p:nvSpPr>
          <p:cNvPr id="5" name="Rectangle 12">
            <a:extLst>
              <a:ext uri="{FF2B5EF4-FFF2-40B4-BE49-F238E27FC236}">
                <a16:creationId xmlns:a16="http://schemas.microsoft.com/office/drawing/2014/main" id="{EADA27B8-A482-FB46-21DC-BC5E9CF3D9C1}"/>
              </a:ext>
            </a:extLst>
          </p:cNvPr>
          <p:cNvSpPr>
            <a:spLocks noGrp="1" noChangeArrowheads="1"/>
          </p:cNvSpPr>
          <p:nvPr>
            <p:ph type="ftr" sz="quarter" idx="11"/>
          </p:nvPr>
        </p:nvSpPr>
        <p:spPr>
          <a:ln/>
        </p:spPr>
        <p:txBody>
          <a:bodyPr/>
          <a:lstStyle>
            <a:lvl1pPr>
              <a:defRPr/>
            </a:lvl1pPr>
          </a:lstStyle>
          <a:p>
            <a:pPr>
              <a:defRPr/>
            </a:pPr>
            <a:endParaRPr lang="en-US" altLang="ko-KR"/>
          </a:p>
        </p:txBody>
      </p:sp>
      <p:sp>
        <p:nvSpPr>
          <p:cNvPr id="6" name="Rectangle 13">
            <a:extLst>
              <a:ext uri="{FF2B5EF4-FFF2-40B4-BE49-F238E27FC236}">
                <a16:creationId xmlns:a16="http://schemas.microsoft.com/office/drawing/2014/main" id="{4DD5015F-D2E4-2EB1-3FF7-29D36705EA9E}"/>
              </a:ext>
            </a:extLst>
          </p:cNvPr>
          <p:cNvSpPr>
            <a:spLocks noGrp="1" noChangeArrowheads="1"/>
          </p:cNvSpPr>
          <p:nvPr>
            <p:ph type="sldNum" sz="quarter" idx="12"/>
          </p:nvPr>
        </p:nvSpPr>
        <p:spPr>
          <a:ln/>
        </p:spPr>
        <p:txBody>
          <a:bodyPr/>
          <a:lstStyle>
            <a:lvl1pPr>
              <a:defRPr/>
            </a:lvl1pPr>
          </a:lstStyle>
          <a:p>
            <a:pPr>
              <a:defRPr/>
            </a:pPr>
            <a:fld id="{773974A6-4E7D-4701-AFF1-0955DA48EE3C}" type="slidenum">
              <a:rPr lang="en-US" altLang="ko-KR"/>
              <a:pPr>
                <a:defRPr/>
              </a:pPr>
              <a:t>‹#›</a:t>
            </a:fld>
            <a:endParaRPr lang="en-US" altLang="ko-KR"/>
          </a:p>
        </p:txBody>
      </p:sp>
    </p:spTree>
    <p:extLst>
      <p:ext uri="{BB962C8B-B14F-4D97-AF65-F5344CB8AC3E}">
        <p14:creationId xmlns:p14="http://schemas.microsoft.com/office/powerpoint/2010/main" val="262299047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  /><Relationship Id="rId10" Type="http://schemas.openxmlformats.org/officeDocument/2006/relationships/slideLayout" Target="../slideLayouts/slideLayout10.xml"  /><Relationship Id="rId11" Type="http://schemas.openxmlformats.org/officeDocument/2006/relationships/slideLayout" Target="../slideLayouts/slideLayout11.xml"  /><Relationship Id="rId12" Type="http://schemas.openxmlformats.org/officeDocument/2006/relationships/theme" Target="../theme/theme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slideLayout" Target="../slideLayouts/slideLayout8.xml"  /><Relationship Id="rId9" Type="http://schemas.openxmlformats.org/officeDocument/2006/relationships/slideLayout" Target="../slideLayouts/slideLayout9.xml"  /></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  /><Relationship Id="rId10" Type="http://schemas.openxmlformats.org/officeDocument/2006/relationships/slideLayout" Target="../slideLayouts/slideLayout21.xml"  /><Relationship Id="rId11" Type="http://schemas.openxmlformats.org/officeDocument/2006/relationships/slideLayout" Target="../slideLayouts/slideLayout22.xml"  /><Relationship Id="rId12" Type="http://schemas.openxmlformats.org/officeDocument/2006/relationships/theme" Target="../theme/theme2.xml"  /><Relationship Id="rId2" Type="http://schemas.openxmlformats.org/officeDocument/2006/relationships/slideLayout" Target="../slideLayouts/slideLayout13.xml"  /><Relationship Id="rId3" Type="http://schemas.openxmlformats.org/officeDocument/2006/relationships/slideLayout" Target="../slideLayouts/slideLayout14.xml"  /><Relationship Id="rId4" Type="http://schemas.openxmlformats.org/officeDocument/2006/relationships/slideLayout" Target="../slideLayouts/slideLayout15.xml"  /><Relationship Id="rId5" Type="http://schemas.openxmlformats.org/officeDocument/2006/relationships/slideLayout" Target="../slideLayouts/slideLayout16.xml"  /><Relationship Id="rId6" Type="http://schemas.openxmlformats.org/officeDocument/2006/relationships/slideLayout" Target="../slideLayouts/slideLayout17.xml"  /><Relationship Id="rId7" Type="http://schemas.openxmlformats.org/officeDocument/2006/relationships/slideLayout" Target="../slideLayouts/slideLayout18.xml"  /><Relationship Id="rId8" Type="http://schemas.openxmlformats.org/officeDocument/2006/relationships/slideLayout" Target="../slideLayouts/slideLayout19.xml"  /><Relationship Id="rId9" Type="http://schemas.openxmlformats.org/officeDocument/2006/relationships/slideLayout" Target="../slideLayouts/slideLayout20.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307FDB3B-2BA1-7CB6-96D1-72A095C286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74AE677-3499-39CB-3B5A-EECAFB4F166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B7B46DD6-A65F-3A9E-AC45-01DC27A2AA3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8A06F87-0E8A-4DF6-B18B-11AE0206C39A}" type="datetimeFigureOut">
              <a:rPr lang="ko-KR" altLang="en-US" smtClean="0"/>
              <a:t>2026-08-19</a:t>
            </a:fld>
            <a:endParaRPr lang="ko-KR" altLang="en-US"/>
          </a:p>
        </p:txBody>
      </p:sp>
      <p:sp>
        <p:nvSpPr>
          <p:cNvPr id="5" name="바닥글 개체 틀 4">
            <a:extLst>
              <a:ext uri="{FF2B5EF4-FFF2-40B4-BE49-F238E27FC236}">
                <a16:creationId xmlns:a16="http://schemas.microsoft.com/office/drawing/2014/main" id="{E824DD9C-616C-938C-2D53-E03EF2E6D5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6655D59-563B-37EF-88F9-BEF86821370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60477A-4681-466C-88A3-112E0A63AE3C}" type="slidenum">
              <a:rPr lang="ko-KR" altLang="en-US" smtClean="0"/>
              <a:t>‹#›</a:t>
            </a:fld>
            <a:endParaRPr lang="ko-KR" altLang="en-US"/>
          </a:p>
        </p:txBody>
      </p:sp>
    </p:spTree>
    <p:extLst>
      <p:ext uri="{BB962C8B-B14F-4D97-AF65-F5344CB8AC3E}">
        <p14:creationId xmlns:p14="http://schemas.microsoft.com/office/powerpoint/2010/main" val="36857701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D92FF834-6344-50E4-74F8-C0A80E5C7460}"/>
              </a:ext>
            </a:extLst>
          </p:cNvPr>
          <p:cNvSpPr>
            <a:spLocks noChangeArrowheads="1"/>
          </p:cNvSpPr>
          <p:nvPr/>
        </p:nvSpPr>
        <p:spPr bwMode="ltGray">
          <a:xfrm>
            <a:off x="387351" y="369888"/>
            <a:ext cx="584200" cy="474662"/>
          </a:xfrm>
          <a:prstGeom prst="rect">
            <a:avLst/>
          </a:prstGeom>
          <a:solidFill>
            <a:schemeClr val="accent2"/>
          </a:solidFill>
          <a:ln>
            <a:noFill/>
          </a:ln>
        </p:spPr>
        <p:txBody>
          <a:bodyPr wrap="none" anchor="ctr"/>
          <a:lstStyle>
            <a:lvl1pPr eaLnBrk="0" hangingPunct="0">
              <a:defRPr kumimoji="1">
                <a:solidFill>
                  <a:schemeClr val="tx1"/>
                </a:solidFill>
                <a:latin typeface="굴림" panose="020B0600000101010101" pitchFamily="50" charset="-127"/>
                <a:ea typeface="굴림" panose="020B0600000101010101" pitchFamily="50" charset="-127"/>
              </a:defRPr>
            </a:lvl1pPr>
            <a:lvl2pPr marL="742950" indent="-285750" eaLnBrk="0" hangingPunct="0">
              <a:defRPr kumimoji="1">
                <a:solidFill>
                  <a:schemeClr val="tx1"/>
                </a:solidFill>
                <a:latin typeface="굴림" panose="020B0600000101010101" pitchFamily="50" charset="-127"/>
                <a:ea typeface="굴림" panose="020B0600000101010101" pitchFamily="50" charset="-127"/>
              </a:defRPr>
            </a:lvl2pPr>
            <a:lvl3pPr marL="1143000" indent="-228600" eaLnBrk="0" hangingPunct="0">
              <a:defRPr kumimoji="1">
                <a:solidFill>
                  <a:schemeClr val="tx1"/>
                </a:solidFill>
                <a:latin typeface="굴림" panose="020B0600000101010101" pitchFamily="50" charset="-127"/>
                <a:ea typeface="굴림" panose="020B0600000101010101" pitchFamily="50" charset="-127"/>
              </a:defRPr>
            </a:lvl3pPr>
            <a:lvl4pPr marL="1600200" indent="-228600" eaLnBrk="0" hangingPunct="0">
              <a:defRPr kumimoji="1">
                <a:solidFill>
                  <a:schemeClr val="tx1"/>
                </a:solidFill>
                <a:latin typeface="굴림" panose="020B0600000101010101" pitchFamily="50" charset="-127"/>
                <a:ea typeface="굴림" panose="020B0600000101010101" pitchFamily="50" charset="-127"/>
              </a:defRPr>
            </a:lvl4pPr>
            <a:lvl5pPr marL="2057400" indent="-228600" eaLnBrk="0" hangingPunct="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eaLnBrk="1" hangingPunct="1">
              <a:defRPr/>
            </a:pPr>
            <a:endParaRPr lang="ko-KR" altLang="ko-KR" sz="2400">
              <a:latin typeface="Tahoma" panose="020B0604030504040204" pitchFamily="34" charset="0"/>
            </a:endParaRPr>
          </a:p>
        </p:txBody>
      </p:sp>
      <p:sp>
        <p:nvSpPr>
          <p:cNvPr id="1027" name="Rectangle 3">
            <a:extLst>
              <a:ext uri="{FF2B5EF4-FFF2-40B4-BE49-F238E27FC236}">
                <a16:creationId xmlns:a16="http://schemas.microsoft.com/office/drawing/2014/main" id="{13725696-64D7-E7CF-3BA6-5A1F6CD2DD65}"/>
              </a:ext>
            </a:extLst>
          </p:cNvPr>
          <p:cNvSpPr>
            <a:spLocks noChangeArrowheads="1"/>
          </p:cNvSpPr>
          <p:nvPr/>
        </p:nvSpPr>
        <p:spPr bwMode="ltGray">
          <a:xfrm>
            <a:off x="897467" y="369888"/>
            <a:ext cx="438151" cy="474662"/>
          </a:xfrm>
          <a:prstGeom prst="rect">
            <a:avLst/>
          </a:prstGeom>
          <a:gradFill rotWithShape="0">
            <a:gsLst>
              <a:gs pos="0">
                <a:schemeClr val="accent2"/>
              </a:gs>
              <a:gs pos="100000">
                <a:schemeClr val="bg1"/>
              </a:gs>
            </a:gsLst>
            <a:lin ang="0" scaled="1"/>
          </a:gradFill>
          <a:ln>
            <a:noFill/>
          </a:ln>
        </p:spPr>
        <p:txBody>
          <a:bodyPr wrap="none" anchor="ctr"/>
          <a:lstStyle>
            <a:lvl1pPr eaLnBrk="0" hangingPunct="0">
              <a:defRPr kumimoji="1">
                <a:solidFill>
                  <a:schemeClr val="tx1"/>
                </a:solidFill>
                <a:latin typeface="굴림" panose="020B0600000101010101" pitchFamily="50" charset="-127"/>
                <a:ea typeface="굴림" panose="020B0600000101010101" pitchFamily="50" charset="-127"/>
              </a:defRPr>
            </a:lvl1pPr>
            <a:lvl2pPr marL="742950" indent="-285750" eaLnBrk="0" hangingPunct="0">
              <a:defRPr kumimoji="1">
                <a:solidFill>
                  <a:schemeClr val="tx1"/>
                </a:solidFill>
                <a:latin typeface="굴림" panose="020B0600000101010101" pitchFamily="50" charset="-127"/>
                <a:ea typeface="굴림" panose="020B0600000101010101" pitchFamily="50" charset="-127"/>
              </a:defRPr>
            </a:lvl2pPr>
            <a:lvl3pPr marL="1143000" indent="-228600" eaLnBrk="0" hangingPunct="0">
              <a:defRPr kumimoji="1">
                <a:solidFill>
                  <a:schemeClr val="tx1"/>
                </a:solidFill>
                <a:latin typeface="굴림" panose="020B0600000101010101" pitchFamily="50" charset="-127"/>
                <a:ea typeface="굴림" panose="020B0600000101010101" pitchFamily="50" charset="-127"/>
              </a:defRPr>
            </a:lvl3pPr>
            <a:lvl4pPr marL="1600200" indent="-228600" eaLnBrk="0" hangingPunct="0">
              <a:defRPr kumimoji="1">
                <a:solidFill>
                  <a:schemeClr val="tx1"/>
                </a:solidFill>
                <a:latin typeface="굴림" panose="020B0600000101010101" pitchFamily="50" charset="-127"/>
                <a:ea typeface="굴림" panose="020B0600000101010101" pitchFamily="50" charset="-127"/>
              </a:defRPr>
            </a:lvl4pPr>
            <a:lvl5pPr marL="2057400" indent="-228600" eaLnBrk="0" hangingPunct="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eaLnBrk="1" hangingPunct="1">
              <a:defRPr/>
            </a:pPr>
            <a:endParaRPr lang="ko-KR" altLang="ko-KR" sz="2400">
              <a:latin typeface="Tahoma" panose="020B0604030504040204" pitchFamily="34" charset="0"/>
            </a:endParaRPr>
          </a:p>
        </p:txBody>
      </p:sp>
      <p:sp>
        <p:nvSpPr>
          <p:cNvPr id="1028" name="Rectangle 5">
            <a:extLst>
              <a:ext uri="{FF2B5EF4-FFF2-40B4-BE49-F238E27FC236}">
                <a16:creationId xmlns:a16="http://schemas.microsoft.com/office/drawing/2014/main" id="{22DABE30-35BA-C557-8C7A-6AAF835212C0}"/>
              </a:ext>
            </a:extLst>
          </p:cNvPr>
          <p:cNvSpPr>
            <a:spLocks noChangeArrowheads="1"/>
          </p:cNvSpPr>
          <p:nvPr/>
        </p:nvSpPr>
        <p:spPr bwMode="ltGray">
          <a:xfrm>
            <a:off x="1045633" y="792163"/>
            <a:ext cx="491067" cy="474662"/>
          </a:xfrm>
          <a:prstGeom prst="rect">
            <a:avLst/>
          </a:prstGeom>
          <a:gradFill rotWithShape="0">
            <a:gsLst>
              <a:gs pos="0">
                <a:schemeClr val="folHlink"/>
              </a:gs>
              <a:gs pos="100000">
                <a:schemeClr val="bg1"/>
              </a:gs>
            </a:gsLst>
            <a:lin ang="0" scaled="1"/>
          </a:gradFill>
          <a:ln>
            <a:noFill/>
          </a:ln>
        </p:spPr>
        <p:txBody>
          <a:bodyPr wrap="none" anchor="ctr"/>
          <a:lstStyle>
            <a:lvl1pPr eaLnBrk="0" hangingPunct="0">
              <a:defRPr kumimoji="1">
                <a:solidFill>
                  <a:schemeClr val="tx1"/>
                </a:solidFill>
                <a:latin typeface="굴림" panose="020B0600000101010101" pitchFamily="50" charset="-127"/>
                <a:ea typeface="굴림" panose="020B0600000101010101" pitchFamily="50" charset="-127"/>
              </a:defRPr>
            </a:lvl1pPr>
            <a:lvl2pPr marL="742950" indent="-285750" eaLnBrk="0" hangingPunct="0">
              <a:defRPr kumimoji="1">
                <a:solidFill>
                  <a:schemeClr val="tx1"/>
                </a:solidFill>
                <a:latin typeface="굴림" panose="020B0600000101010101" pitchFamily="50" charset="-127"/>
                <a:ea typeface="굴림" panose="020B0600000101010101" pitchFamily="50" charset="-127"/>
              </a:defRPr>
            </a:lvl2pPr>
            <a:lvl3pPr marL="1143000" indent="-228600" eaLnBrk="0" hangingPunct="0">
              <a:defRPr kumimoji="1">
                <a:solidFill>
                  <a:schemeClr val="tx1"/>
                </a:solidFill>
                <a:latin typeface="굴림" panose="020B0600000101010101" pitchFamily="50" charset="-127"/>
                <a:ea typeface="굴림" panose="020B0600000101010101" pitchFamily="50" charset="-127"/>
              </a:defRPr>
            </a:lvl3pPr>
            <a:lvl4pPr marL="1600200" indent="-228600" eaLnBrk="0" hangingPunct="0">
              <a:defRPr kumimoji="1">
                <a:solidFill>
                  <a:schemeClr val="tx1"/>
                </a:solidFill>
                <a:latin typeface="굴림" panose="020B0600000101010101" pitchFamily="50" charset="-127"/>
                <a:ea typeface="굴림" panose="020B0600000101010101" pitchFamily="50" charset="-127"/>
              </a:defRPr>
            </a:lvl4pPr>
            <a:lvl5pPr marL="2057400" indent="-228600" eaLnBrk="0" hangingPunct="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eaLnBrk="1" hangingPunct="1">
              <a:defRPr/>
            </a:pPr>
            <a:endParaRPr lang="ko-KR" altLang="ko-KR" sz="2400">
              <a:latin typeface="Tahoma" panose="020B0604030504040204" pitchFamily="34" charset="0"/>
            </a:endParaRPr>
          </a:p>
        </p:txBody>
      </p:sp>
      <p:sp>
        <p:nvSpPr>
          <p:cNvPr id="1029" name="Rectangle 6">
            <a:extLst>
              <a:ext uri="{FF2B5EF4-FFF2-40B4-BE49-F238E27FC236}">
                <a16:creationId xmlns:a16="http://schemas.microsoft.com/office/drawing/2014/main" id="{549969F0-76BA-98FF-1A7C-D567DC686BE1}"/>
              </a:ext>
            </a:extLst>
          </p:cNvPr>
          <p:cNvSpPr>
            <a:spLocks noChangeArrowheads="1"/>
          </p:cNvSpPr>
          <p:nvPr/>
        </p:nvSpPr>
        <p:spPr bwMode="ltGray">
          <a:xfrm>
            <a:off x="0" y="719139"/>
            <a:ext cx="747184" cy="422275"/>
          </a:xfrm>
          <a:prstGeom prst="rect">
            <a:avLst/>
          </a:prstGeom>
          <a:gradFill rotWithShape="0">
            <a:gsLst>
              <a:gs pos="0">
                <a:schemeClr val="bg1"/>
              </a:gs>
              <a:gs pos="100000">
                <a:schemeClr val="hlink"/>
              </a:gs>
            </a:gsLst>
            <a:lin ang="18900000" scaled="1"/>
          </a:gradFill>
          <a:ln>
            <a:noFill/>
          </a:ln>
        </p:spPr>
        <p:txBody>
          <a:bodyPr wrap="none" anchor="ctr"/>
          <a:lstStyle>
            <a:lvl1pPr eaLnBrk="0" hangingPunct="0">
              <a:defRPr kumimoji="1">
                <a:solidFill>
                  <a:schemeClr val="tx1"/>
                </a:solidFill>
                <a:latin typeface="굴림" panose="020B0600000101010101" pitchFamily="50" charset="-127"/>
                <a:ea typeface="굴림" panose="020B0600000101010101" pitchFamily="50" charset="-127"/>
              </a:defRPr>
            </a:lvl1pPr>
            <a:lvl2pPr marL="742950" indent="-285750" eaLnBrk="0" hangingPunct="0">
              <a:defRPr kumimoji="1">
                <a:solidFill>
                  <a:schemeClr val="tx1"/>
                </a:solidFill>
                <a:latin typeface="굴림" panose="020B0600000101010101" pitchFamily="50" charset="-127"/>
                <a:ea typeface="굴림" panose="020B0600000101010101" pitchFamily="50" charset="-127"/>
              </a:defRPr>
            </a:lvl2pPr>
            <a:lvl3pPr marL="1143000" indent="-228600" eaLnBrk="0" hangingPunct="0">
              <a:defRPr kumimoji="1">
                <a:solidFill>
                  <a:schemeClr val="tx1"/>
                </a:solidFill>
                <a:latin typeface="굴림" panose="020B0600000101010101" pitchFamily="50" charset="-127"/>
                <a:ea typeface="굴림" panose="020B0600000101010101" pitchFamily="50" charset="-127"/>
              </a:defRPr>
            </a:lvl3pPr>
            <a:lvl4pPr marL="1600200" indent="-228600" eaLnBrk="0" hangingPunct="0">
              <a:defRPr kumimoji="1">
                <a:solidFill>
                  <a:schemeClr val="tx1"/>
                </a:solidFill>
                <a:latin typeface="굴림" panose="020B0600000101010101" pitchFamily="50" charset="-127"/>
                <a:ea typeface="굴림" panose="020B0600000101010101" pitchFamily="50" charset="-127"/>
              </a:defRPr>
            </a:lvl4pPr>
            <a:lvl5pPr marL="2057400" indent="-228600" eaLnBrk="0" hangingPunct="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eaLnBrk="1" hangingPunct="1">
              <a:defRPr/>
            </a:pPr>
            <a:endParaRPr lang="ko-KR" altLang="ko-KR" sz="2400">
              <a:latin typeface="Tahoma" panose="020B0604030504040204" pitchFamily="34" charset="0"/>
            </a:endParaRPr>
          </a:p>
        </p:txBody>
      </p:sp>
      <p:sp>
        <p:nvSpPr>
          <p:cNvPr id="1030" name="Rectangle 7">
            <a:extLst>
              <a:ext uri="{FF2B5EF4-FFF2-40B4-BE49-F238E27FC236}">
                <a16:creationId xmlns:a16="http://schemas.microsoft.com/office/drawing/2014/main" id="{1D4AB7D3-7562-2EDA-DB9D-0BB98B35EAC9}"/>
              </a:ext>
            </a:extLst>
          </p:cNvPr>
          <p:cNvSpPr>
            <a:spLocks noChangeArrowheads="1"/>
          </p:cNvSpPr>
          <p:nvPr/>
        </p:nvSpPr>
        <p:spPr bwMode="gray">
          <a:xfrm>
            <a:off x="846667" y="261938"/>
            <a:ext cx="42333" cy="1052512"/>
          </a:xfrm>
          <a:prstGeom prst="rect">
            <a:avLst/>
          </a:prstGeom>
          <a:solidFill>
            <a:schemeClr val="bg2"/>
          </a:solidFill>
          <a:ln>
            <a:noFill/>
          </a:ln>
        </p:spPr>
        <p:txBody>
          <a:bodyPr wrap="none" anchor="ctr"/>
          <a:lstStyle>
            <a:lvl1pPr eaLnBrk="0" hangingPunct="0">
              <a:defRPr kumimoji="1">
                <a:solidFill>
                  <a:schemeClr val="tx1"/>
                </a:solidFill>
                <a:latin typeface="굴림" panose="020B0600000101010101" pitchFamily="50" charset="-127"/>
                <a:ea typeface="굴림" panose="020B0600000101010101" pitchFamily="50" charset="-127"/>
              </a:defRPr>
            </a:lvl1pPr>
            <a:lvl2pPr marL="742950" indent="-285750" eaLnBrk="0" hangingPunct="0">
              <a:defRPr kumimoji="1">
                <a:solidFill>
                  <a:schemeClr val="tx1"/>
                </a:solidFill>
                <a:latin typeface="굴림" panose="020B0600000101010101" pitchFamily="50" charset="-127"/>
                <a:ea typeface="굴림" panose="020B0600000101010101" pitchFamily="50" charset="-127"/>
              </a:defRPr>
            </a:lvl2pPr>
            <a:lvl3pPr marL="1143000" indent="-228600" eaLnBrk="0" hangingPunct="0">
              <a:defRPr kumimoji="1">
                <a:solidFill>
                  <a:schemeClr val="tx1"/>
                </a:solidFill>
                <a:latin typeface="굴림" panose="020B0600000101010101" pitchFamily="50" charset="-127"/>
                <a:ea typeface="굴림" panose="020B0600000101010101" pitchFamily="50" charset="-127"/>
              </a:defRPr>
            </a:lvl3pPr>
            <a:lvl4pPr marL="1600200" indent="-228600" eaLnBrk="0" hangingPunct="0">
              <a:defRPr kumimoji="1">
                <a:solidFill>
                  <a:schemeClr val="tx1"/>
                </a:solidFill>
                <a:latin typeface="굴림" panose="020B0600000101010101" pitchFamily="50" charset="-127"/>
                <a:ea typeface="굴림" panose="020B0600000101010101" pitchFamily="50" charset="-127"/>
              </a:defRPr>
            </a:lvl4pPr>
            <a:lvl5pPr marL="2057400" indent="-228600" eaLnBrk="0" hangingPunct="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eaLnBrk="1" hangingPunct="1">
              <a:defRPr/>
            </a:pPr>
            <a:endParaRPr lang="ko-KR" altLang="ko-KR" sz="2400">
              <a:latin typeface="Tahoma" panose="020B0604030504040204" pitchFamily="34" charset="0"/>
            </a:endParaRPr>
          </a:p>
        </p:txBody>
      </p:sp>
      <p:sp>
        <p:nvSpPr>
          <p:cNvPr id="1031" name="Rectangle 8">
            <a:extLst>
              <a:ext uri="{FF2B5EF4-FFF2-40B4-BE49-F238E27FC236}">
                <a16:creationId xmlns:a16="http://schemas.microsoft.com/office/drawing/2014/main" id="{1B4AF6B0-DDEA-CAE0-6903-195CEE4E6426}"/>
              </a:ext>
            </a:extLst>
          </p:cNvPr>
          <p:cNvSpPr>
            <a:spLocks noChangeArrowheads="1"/>
          </p:cNvSpPr>
          <p:nvPr/>
        </p:nvSpPr>
        <p:spPr bwMode="gray">
          <a:xfrm>
            <a:off x="421218" y="1052513"/>
            <a:ext cx="10968567" cy="31750"/>
          </a:xfrm>
          <a:prstGeom prst="rect">
            <a:avLst/>
          </a:prstGeom>
          <a:gradFill rotWithShape="0">
            <a:gsLst>
              <a:gs pos="0">
                <a:schemeClr val="bg2"/>
              </a:gs>
              <a:gs pos="100000">
                <a:schemeClr val="bg1"/>
              </a:gs>
            </a:gsLst>
            <a:lin ang="0" scaled="1"/>
          </a:gradFill>
          <a:ln>
            <a:noFill/>
          </a:ln>
        </p:spPr>
        <p:txBody>
          <a:bodyPr wrap="none" anchor="ctr"/>
          <a:lstStyle>
            <a:lvl1pPr eaLnBrk="0" hangingPunct="0">
              <a:defRPr kumimoji="1">
                <a:solidFill>
                  <a:schemeClr val="tx1"/>
                </a:solidFill>
                <a:latin typeface="굴림" panose="020B0600000101010101" pitchFamily="50" charset="-127"/>
                <a:ea typeface="굴림" panose="020B0600000101010101" pitchFamily="50" charset="-127"/>
              </a:defRPr>
            </a:lvl1pPr>
            <a:lvl2pPr marL="742950" indent="-285750" eaLnBrk="0" hangingPunct="0">
              <a:defRPr kumimoji="1">
                <a:solidFill>
                  <a:schemeClr val="tx1"/>
                </a:solidFill>
                <a:latin typeface="굴림" panose="020B0600000101010101" pitchFamily="50" charset="-127"/>
                <a:ea typeface="굴림" panose="020B0600000101010101" pitchFamily="50" charset="-127"/>
              </a:defRPr>
            </a:lvl2pPr>
            <a:lvl3pPr marL="1143000" indent="-228600" eaLnBrk="0" hangingPunct="0">
              <a:defRPr kumimoji="1">
                <a:solidFill>
                  <a:schemeClr val="tx1"/>
                </a:solidFill>
                <a:latin typeface="굴림" panose="020B0600000101010101" pitchFamily="50" charset="-127"/>
                <a:ea typeface="굴림" panose="020B0600000101010101" pitchFamily="50" charset="-127"/>
              </a:defRPr>
            </a:lvl3pPr>
            <a:lvl4pPr marL="1600200" indent="-228600" eaLnBrk="0" hangingPunct="0">
              <a:defRPr kumimoji="1">
                <a:solidFill>
                  <a:schemeClr val="tx1"/>
                </a:solidFill>
                <a:latin typeface="굴림" panose="020B0600000101010101" pitchFamily="50" charset="-127"/>
                <a:ea typeface="굴림" panose="020B0600000101010101" pitchFamily="50" charset="-127"/>
              </a:defRPr>
            </a:lvl4pPr>
            <a:lvl5pPr marL="2057400" indent="-228600" eaLnBrk="0" hangingPunct="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eaLnBrk="1" hangingPunct="1">
              <a:defRPr/>
            </a:pPr>
            <a:endParaRPr lang="ko-KR" altLang="ko-KR" sz="2400">
              <a:latin typeface="Tahoma" panose="020B0604030504040204" pitchFamily="34" charset="0"/>
            </a:endParaRPr>
          </a:p>
        </p:txBody>
      </p:sp>
      <p:sp>
        <p:nvSpPr>
          <p:cNvPr id="1032" name="Rectangle 9">
            <a:extLst>
              <a:ext uri="{FF2B5EF4-FFF2-40B4-BE49-F238E27FC236}">
                <a16:creationId xmlns:a16="http://schemas.microsoft.com/office/drawing/2014/main" id="{A45E1B5B-5D78-A87F-CDAA-6D9DDB84906F}"/>
              </a:ext>
            </a:extLst>
          </p:cNvPr>
          <p:cNvSpPr>
            <a:spLocks noGrp="1" noChangeArrowheads="1"/>
          </p:cNvSpPr>
          <p:nvPr>
            <p:ph type="title"/>
          </p:nvPr>
        </p:nvSpPr>
        <p:spPr bwMode="auto">
          <a:xfrm>
            <a:off x="1534585" y="214314"/>
            <a:ext cx="10390716"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ko-KR" altLang="en-US"/>
              <a:t>마스터 제목 스타일 편집</a:t>
            </a:r>
          </a:p>
        </p:txBody>
      </p:sp>
      <p:sp>
        <p:nvSpPr>
          <p:cNvPr id="1033" name="Rectangle 10">
            <a:extLst>
              <a:ext uri="{FF2B5EF4-FFF2-40B4-BE49-F238E27FC236}">
                <a16:creationId xmlns:a16="http://schemas.microsoft.com/office/drawing/2014/main" id="{70694A20-88FD-97E1-89D5-CED1F50270DE}"/>
              </a:ext>
            </a:extLst>
          </p:cNvPr>
          <p:cNvSpPr>
            <a:spLocks noGrp="1" noChangeArrowheads="1"/>
          </p:cNvSpPr>
          <p:nvPr>
            <p:ph type="body" idx="1"/>
          </p:nvPr>
        </p:nvSpPr>
        <p:spPr bwMode="auto">
          <a:xfrm>
            <a:off x="857251" y="1143000"/>
            <a:ext cx="11082867" cy="4989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13323" name="Rectangle 11">
            <a:extLst>
              <a:ext uri="{FF2B5EF4-FFF2-40B4-BE49-F238E27FC236}">
                <a16:creationId xmlns:a16="http://schemas.microsoft.com/office/drawing/2014/main" id="{0F2EF0E4-5E1C-FE52-D74C-287EDD1F507C}"/>
              </a:ext>
            </a:extLst>
          </p:cNvPr>
          <p:cNvSpPr>
            <a:spLocks noGrp="1" noChangeArrowheads="1"/>
          </p:cNvSpPr>
          <p:nvPr>
            <p:ph type="dt" sz="half" idx="2"/>
          </p:nvPr>
        </p:nvSpPr>
        <p:spPr bwMode="auto">
          <a:xfrm>
            <a:off x="1549400" y="624363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latinLnBrk="1" hangingPunct="1">
              <a:defRPr kumimoji="0" sz="1400">
                <a:latin typeface="굴림" charset="-127"/>
                <a:ea typeface="굴림" charset="-127"/>
              </a:defRPr>
            </a:lvl1pPr>
          </a:lstStyle>
          <a:p>
            <a:pPr>
              <a:defRPr/>
            </a:pPr>
            <a:endParaRPr lang="en-US" altLang="ko-KR"/>
          </a:p>
        </p:txBody>
      </p:sp>
      <p:sp>
        <p:nvSpPr>
          <p:cNvPr id="13324" name="Rectangle 12">
            <a:extLst>
              <a:ext uri="{FF2B5EF4-FFF2-40B4-BE49-F238E27FC236}">
                <a16:creationId xmlns:a16="http://schemas.microsoft.com/office/drawing/2014/main" id="{C8FE5C5B-7C32-7FA9-A47B-E59E371480F6}"/>
              </a:ext>
            </a:extLst>
          </p:cNvPr>
          <p:cNvSpPr>
            <a:spLocks noGrp="1" noChangeArrowheads="1"/>
          </p:cNvSpPr>
          <p:nvPr>
            <p:ph type="ftr" sz="quarter" idx="3"/>
          </p:nvPr>
        </p:nvSpPr>
        <p:spPr bwMode="auto">
          <a:xfrm>
            <a:off x="4876800" y="6243638"/>
            <a:ext cx="3860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latinLnBrk="1" hangingPunct="1">
              <a:defRPr kumimoji="0" sz="1400">
                <a:latin typeface="굴림" charset="-127"/>
                <a:ea typeface="굴림" charset="-127"/>
              </a:defRPr>
            </a:lvl1pPr>
          </a:lstStyle>
          <a:p>
            <a:pPr>
              <a:defRPr/>
            </a:pPr>
            <a:endParaRPr lang="en-US" altLang="ko-KR"/>
          </a:p>
        </p:txBody>
      </p:sp>
      <p:sp>
        <p:nvSpPr>
          <p:cNvPr id="13325" name="Rectangle 13">
            <a:extLst>
              <a:ext uri="{FF2B5EF4-FFF2-40B4-BE49-F238E27FC236}">
                <a16:creationId xmlns:a16="http://schemas.microsoft.com/office/drawing/2014/main" id="{7FCF6D14-452F-A886-7CE4-5AB16768E46F}"/>
              </a:ext>
            </a:extLst>
          </p:cNvPr>
          <p:cNvSpPr>
            <a:spLocks noGrp="1" noChangeArrowheads="1"/>
          </p:cNvSpPr>
          <p:nvPr>
            <p:ph type="sldNum" sz="quarter" idx="4"/>
          </p:nvPr>
        </p:nvSpPr>
        <p:spPr bwMode="auto">
          <a:xfrm>
            <a:off x="9389533" y="6243638"/>
            <a:ext cx="25400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latinLnBrk="1" hangingPunct="1">
              <a:defRPr kumimoji="0" sz="1400"/>
            </a:lvl1pPr>
          </a:lstStyle>
          <a:p>
            <a:pPr>
              <a:defRPr/>
            </a:pPr>
            <a:fld id="{C441A837-C891-4FCA-A360-111C760E07B4}" type="slidenum">
              <a:rPr lang="en-US" altLang="ko-KR"/>
              <a:pPr>
                <a:defRPr/>
              </a:pPr>
              <a:t>‹#›</a:t>
            </a:fld>
            <a:endParaRPr lang="en-US" altLang="ko-KR"/>
          </a:p>
        </p:txBody>
      </p:sp>
    </p:spTree>
    <p:extLst>
      <p:ext uri="{BB962C8B-B14F-4D97-AF65-F5344CB8AC3E}">
        <p14:creationId xmlns:p14="http://schemas.microsoft.com/office/powerpoint/2010/main" val="16341375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0" fontAlgn="base" latinLnBrk="1" hangingPunct="0">
        <a:spcBef>
          <a:spcPct val="0"/>
        </a:spcBef>
        <a:spcAft>
          <a:spcPct val="0"/>
        </a:spcAft>
        <a:defRPr kumimoji="1" sz="3200" b="1">
          <a:solidFill>
            <a:schemeClr val="tx2"/>
          </a:solidFill>
          <a:latin typeface="맑은 고딕" pitchFamily="50" charset="-127"/>
          <a:ea typeface="맑은 고딕" pitchFamily="50" charset="-127"/>
          <a:cs typeface="+mj-cs"/>
        </a:defRPr>
      </a:lvl1pPr>
      <a:lvl2pPr algn="ctr" rtl="0" eaLnBrk="0" fontAlgn="base" latinLnBrk="1" hangingPunct="0">
        <a:spcBef>
          <a:spcPct val="0"/>
        </a:spcBef>
        <a:spcAft>
          <a:spcPct val="0"/>
        </a:spcAft>
        <a:defRPr kumimoji="1" sz="3200" b="1">
          <a:solidFill>
            <a:schemeClr val="tx2"/>
          </a:solidFill>
          <a:latin typeface="맑은 고딕" pitchFamily="50" charset="-127"/>
          <a:ea typeface="맑은 고딕" pitchFamily="50" charset="-127"/>
        </a:defRPr>
      </a:lvl2pPr>
      <a:lvl3pPr algn="ctr" rtl="0" eaLnBrk="0" fontAlgn="base" latinLnBrk="1" hangingPunct="0">
        <a:spcBef>
          <a:spcPct val="0"/>
        </a:spcBef>
        <a:spcAft>
          <a:spcPct val="0"/>
        </a:spcAft>
        <a:defRPr kumimoji="1" sz="3200" b="1">
          <a:solidFill>
            <a:schemeClr val="tx2"/>
          </a:solidFill>
          <a:latin typeface="맑은 고딕" pitchFamily="50" charset="-127"/>
          <a:ea typeface="맑은 고딕" pitchFamily="50" charset="-127"/>
        </a:defRPr>
      </a:lvl3pPr>
      <a:lvl4pPr algn="ctr" rtl="0" eaLnBrk="0" fontAlgn="base" latinLnBrk="1" hangingPunct="0">
        <a:spcBef>
          <a:spcPct val="0"/>
        </a:spcBef>
        <a:spcAft>
          <a:spcPct val="0"/>
        </a:spcAft>
        <a:defRPr kumimoji="1" sz="3200" b="1">
          <a:solidFill>
            <a:schemeClr val="tx2"/>
          </a:solidFill>
          <a:latin typeface="맑은 고딕" pitchFamily="50" charset="-127"/>
          <a:ea typeface="맑은 고딕" pitchFamily="50" charset="-127"/>
        </a:defRPr>
      </a:lvl4pPr>
      <a:lvl5pPr algn="ctr" rtl="0" eaLnBrk="0" fontAlgn="base" latinLnBrk="1" hangingPunct="0">
        <a:spcBef>
          <a:spcPct val="0"/>
        </a:spcBef>
        <a:spcAft>
          <a:spcPct val="0"/>
        </a:spcAft>
        <a:defRPr kumimoji="1" sz="3200" b="1">
          <a:solidFill>
            <a:schemeClr val="tx2"/>
          </a:solidFill>
          <a:latin typeface="맑은 고딕" pitchFamily="50" charset="-127"/>
          <a:ea typeface="맑은 고딕" pitchFamily="50" charset="-127"/>
        </a:defRPr>
      </a:lvl5pPr>
      <a:lvl6pPr marL="457200" algn="l" rtl="0" fontAlgn="base" latinLnBrk="1">
        <a:spcBef>
          <a:spcPct val="0"/>
        </a:spcBef>
        <a:spcAft>
          <a:spcPct val="0"/>
        </a:spcAft>
        <a:defRPr kumimoji="1" sz="4400">
          <a:solidFill>
            <a:schemeClr val="tx2"/>
          </a:solidFill>
          <a:latin typeface="굴림" charset="-127"/>
          <a:ea typeface="굴림" charset="-127"/>
        </a:defRPr>
      </a:lvl6pPr>
      <a:lvl7pPr marL="914400" algn="l" rtl="0" fontAlgn="base" latinLnBrk="1">
        <a:spcBef>
          <a:spcPct val="0"/>
        </a:spcBef>
        <a:spcAft>
          <a:spcPct val="0"/>
        </a:spcAft>
        <a:defRPr kumimoji="1" sz="4400">
          <a:solidFill>
            <a:schemeClr val="tx2"/>
          </a:solidFill>
          <a:latin typeface="굴림" charset="-127"/>
          <a:ea typeface="굴림" charset="-127"/>
        </a:defRPr>
      </a:lvl7pPr>
      <a:lvl8pPr marL="1371600" algn="l" rtl="0" fontAlgn="base" latinLnBrk="1">
        <a:spcBef>
          <a:spcPct val="0"/>
        </a:spcBef>
        <a:spcAft>
          <a:spcPct val="0"/>
        </a:spcAft>
        <a:defRPr kumimoji="1" sz="4400">
          <a:solidFill>
            <a:schemeClr val="tx2"/>
          </a:solidFill>
          <a:latin typeface="굴림" charset="-127"/>
          <a:ea typeface="굴림" charset="-127"/>
        </a:defRPr>
      </a:lvl8pPr>
      <a:lvl9pPr marL="1828800" algn="l" rtl="0" fontAlgn="base" latinLnBrk="1">
        <a:spcBef>
          <a:spcPct val="0"/>
        </a:spcBef>
        <a:spcAft>
          <a:spcPct val="0"/>
        </a:spcAft>
        <a:defRPr kumimoji="1" sz="4400">
          <a:solidFill>
            <a:schemeClr val="tx2"/>
          </a:solidFill>
          <a:latin typeface="굴림" charset="-127"/>
          <a:ea typeface="굴림" charset="-127"/>
        </a:defRPr>
      </a:lvl9pPr>
    </p:titleStyle>
    <p:bodyStyle>
      <a:lvl1pPr marL="342900" indent="-342900" algn="l" rtl="0" eaLnBrk="0" fontAlgn="base" latinLnBrk="1" hangingPunct="0">
        <a:spcBef>
          <a:spcPct val="20000"/>
        </a:spcBef>
        <a:spcAft>
          <a:spcPct val="0"/>
        </a:spcAft>
        <a:buClr>
          <a:schemeClr val="folHlink"/>
        </a:buClr>
        <a:buSzPct val="60000"/>
        <a:buFont typeface="Wingdings" panose="05000000000000000000" pitchFamily="2" charset="2"/>
        <a:buChar char="n"/>
        <a:defRPr kumimoji="1" sz="2400" b="1">
          <a:solidFill>
            <a:schemeClr val="tx1"/>
          </a:solidFill>
          <a:latin typeface="맑은 고딕" pitchFamily="50" charset="-127"/>
          <a:ea typeface="맑은 고딕" pitchFamily="50" charset="-127"/>
          <a:cs typeface="+mn-cs"/>
        </a:defRPr>
      </a:lvl1pPr>
      <a:lvl2pPr marL="742950" indent="-285750" algn="l" rtl="0" eaLnBrk="0" fontAlgn="base" latinLnBrk="1" hangingPunct="0">
        <a:spcBef>
          <a:spcPct val="20000"/>
        </a:spcBef>
        <a:spcAft>
          <a:spcPct val="0"/>
        </a:spcAft>
        <a:buClr>
          <a:schemeClr val="hlink"/>
        </a:buClr>
        <a:buSzPct val="55000"/>
        <a:buFont typeface="Wingdings" panose="05000000000000000000" pitchFamily="2" charset="2"/>
        <a:buChar char="n"/>
        <a:defRPr kumimoji="1" sz="2400" b="1">
          <a:solidFill>
            <a:schemeClr val="tx1"/>
          </a:solidFill>
          <a:latin typeface="맑은 고딕" pitchFamily="50" charset="-127"/>
          <a:ea typeface="맑은 고딕" pitchFamily="50" charset="-127"/>
        </a:defRPr>
      </a:lvl2pPr>
      <a:lvl3pPr marL="1143000" indent="-228600" algn="l" rtl="0" eaLnBrk="0" fontAlgn="base" latinLnBrk="1" hangingPunct="0">
        <a:spcBef>
          <a:spcPct val="20000"/>
        </a:spcBef>
        <a:spcAft>
          <a:spcPct val="0"/>
        </a:spcAft>
        <a:buClr>
          <a:schemeClr val="folHlink"/>
        </a:buClr>
        <a:buSzPct val="50000"/>
        <a:buFont typeface="Wingdings" panose="05000000000000000000" pitchFamily="2" charset="2"/>
        <a:buChar char="n"/>
        <a:defRPr kumimoji="1" sz="2400" b="1">
          <a:solidFill>
            <a:schemeClr val="tx1"/>
          </a:solidFill>
          <a:latin typeface="맑은 고딕" pitchFamily="50" charset="-127"/>
          <a:ea typeface="맑은 고딕" pitchFamily="50" charset="-127"/>
        </a:defRPr>
      </a:lvl3pPr>
      <a:lvl4pPr marL="1600200" indent="-228600" algn="l" rtl="0" eaLnBrk="0" fontAlgn="base" latinLnBrk="1" hangingPunct="0">
        <a:spcBef>
          <a:spcPct val="20000"/>
        </a:spcBef>
        <a:spcAft>
          <a:spcPct val="0"/>
        </a:spcAft>
        <a:buClr>
          <a:schemeClr val="accent2"/>
        </a:buClr>
        <a:buSzPct val="55000"/>
        <a:buFont typeface="Wingdings" panose="05000000000000000000" pitchFamily="2" charset="2"/>
        <a:buChar char="n"/>
        <a:defRPr kumimoji="1" sz="2400" b="1">
          <a:solidFill>
            <a:schemeClr val="tx1"/>
          </a:solidFill>
          <a:latin typeface="맑은 고딕" pitchFamily="50" charset="-127"/>
          <a:ea typeface="맑은 고딕" pitchFamily="50" charset="-127"/>
        </a:defRPr>
      </a:lvl4pPr>
      <a:lvl5pPr marL="2057400" indent="-228600" algn="l" rtl="0" eaLnBrk="0" fontAlgn="base" latinLnBrk="1"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itchFamily="50" charset="-127"/>
          <a:ea typeface="맑은 고딕" pitchFamily="50" charset="-127"/>
        </a:defRPr>
      </a:lvl5pPr>
      <a:lvl6pPr marL="2514600" indent="-228600" algn="l" rtl="0" fontAlgn="base" latinLnBrk="1">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6pPr>
      <a:lvl7pPr marL="2971800" indent="-228600" algn="l" rtl="0" fontAlgn="base" latinLnBrk="1">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7pPr>
      <a:lvl8pPr marL="3429000" indent="-228600" algn="l" rtl="0" fontAlgn="base" latinLnBrk="1">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8pPr>
      <a:lvl9pPr marL="3886200" indent="-228600" algn="l" rtl="0" fontAlgn="base" latinLnBrk="1">
        <a:spcBef>
          <a:spcPct val="20000"/>
        </a:spcBef>
        <a:spcAft>
          <a:spcPct val="0"/>
        </a:spcAft>
        <a:buClr>
          <a:schemeClr val="accent1"/>
        </a:buClr>
        <a:buSzPct val="50000"/>
        <a:buFont typeface="Wingdings" pitchFamily="2" charset="2"/>
        <a:buChar char="n"/>
        <a:defRPr kumimoji="1" sz="2000">
          <a:solidFill>
            <a:schemeClr val="tx1"/>
          </a:solidFill>
          <a:latin typeface="+mn-lt"/>
          <a:ea typeface="+mn-ea"/>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DBC5B174-B437-F70B-F89C-D0221180E4D2}"/>
              </a:ext>
            </a:extLst>
          </p:cNvPr>
          <p:cNvSpPr>
            <a:spLocks noGrp="1"/>
          </p:cNvSpPr>
          <p:nvPr>
            <p:ph type="ctrTitle"/>
          </p:nvPr>
        </p:nvSpPr>
        <p:spPr/>
        <p:txBody>
          <a:bodyPr/>
          <a:lstStyle/>
          <a:p>
            <a:endParaRPr lang="ko-KR" altLang="en-US"/>
          </a:p>
        </p:txBody>
      </p:sp>
      <p:sp>
        <p:nvSpPr>
          <p:cNvPr id="3" name="부제목 2">
            <a:extLst>
              <a:ext uri="{FF2B5EF4-FFF2-40B4-BE49-F238E27FC236}">
                <a16:creationId xmlns:a16="http://schemas.microsoft.com/office/drawing/2014/main" id="{FBBF8111-5732-32F5-05FB-E19172865C7D}"/>
              </a:ext>
            </a:extLst>
          </p:cNvPr>
          <p:cNvSpPr>
            <a:spLocks noGrp="1"/>
          </p:cNvSpPr>
          <p:nvPr>
            <p:ph type="subTitle" idx="1"/>
          </p:nvPr>
        </p:nvSpPr>
        <p:spPr/>
        <p:txBody>
          <a:bodyPr/>
          <a:lstStyle/>
          <a:p>
            <a:endParaRPr lang="ko-KR" altLang="en-US"/>
          </a:p>
        </p:txBody>
      </p:sp>
    </p:spTree>
    <p:extLst>
      <p:ext uri="{BB962C8B-B14F-4D97-AF65-F5344CB8AC3E}">
        <p14:creationId xmlns:p14="http://schemas.microsoft.com/office/powerpoint/2010/main" val="39000537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6" name="제목 1">
            <a:extLst>
              <a:ext uri="{FF2B5EF4-FFF2-40B4-BE49-F238E27FC236}">
                <a16:creationId xmlns:a16="http://schemas.microsoft.com/office/drawing/2014/main" id="{93017AEE-D63F-91FC-4B91-246D066ED375}"/>
              </a:ext>
            </a:extLst>
          </p:cNvPr>
          <p:cNvSpPr>
            <a:spLocks noGrp="1" noChangeArrowheads="1"/>
          </p:cNvSpPr>
          <p:nvPr>
            <p:ph type="title"/>
          </p:nvPr>
        </p:nvSpPr>
        <p:spPr/>
        <p:txBody>
          <a:bodyPr/>
          <a:lstStyle/>
          <a:p>
            <a:r>
              <a:rPr lang="ko-KR" altLang="en-US"/>
              <a:t>연습문제</a:t>
            </a:r>
            <a:r>
              <a:rPr lang="en-US" altLang="ko-KR"/>
              <a:t>1</a:t>
            </a:r>
            <a:endParaRPr lang="ko-KR" altLang="en-US"/>
          </a:p>
        </p:txBody>
      </p:sp>
      <p:sp>
        <p:nvSpPr>
          <p:cNvPr id="262147" name="내용 개체 틀 2">
            <a:extLst>
              <a:ext uri="{FF2B5EF4-FFF2-40B4-BE49-F238E27FC236}">
                <a16:creationId xmlns:a16="http://schemas.microsoft.com/office/drawing/2014/main" id="{56F7FC35-B573-1B30-9909-3223A2513899}"/>
              </a:ext>
            </a:extLst>
          </p:cNvPr>
          <p:cNvSpPr>
            <a:spLocks noGrp="1" noChangeArrowheads="1"/>
          </p:cNvSpPr>
          <p:nvPr>
            <p:ph idx="1"/>
          </p:nvPr>
        </p:nvSpPr>
        <p:spPr>
          <a:xfrm>
            <a:off x="2309814" y="1041401"/>
            <a:ext cx="8169275" cy="500063"/>
          </a:xfrm>
        </p:spPr>
        <p:txBody>
          <a:bodyPr/>
          <a:lstStyle/>
          <a:p>
            <a:r>
              <a:rPr lang="ko-KR" altLang="en-US"/>
              <a:t>다음 이진 트리의 트리 운행 결과 표시</a:t>
            </a:r>
            <a:endParaRPr lang="en-US" altLang="ko-KR"/>
          </a:p>
          <a:p>
            <a:pPr lvl="1"/>
            <a:r>
              <a:rPr lang="ko-KR" altLang="en-US"/>
              <a:t>전위 운행</a:t>
            </a:r>
            <a:endParaRPr lang="en-US" altLang="ko-KR"/>
          </a:p>
          <a:p>
            <a:pPr lvl="1"/>
            <a:r>
              <a:rPr lang="ko-KR" altLang="en-US"/>
              <a:t>중위 운행</a:t>
            </a:r>
            <a:endParaRPr lang="en-US" altLang="ko-KR"/>
          </a:p>
          <a:p>
            <a:pPr lvl="1"/>
            <a:r>
              <a:rPr lang="ko-KR" altLang="en-US"/>
              <a:t>후위 운행</a:t>
            </a:r>
            <a:endParaRPr lang="en-US" altLang="ko-KR"/>
          </a:p>
        </p:txBody>
      </p:sp>
      <p:sp>
        <p:nvSpPr>
          <p:cNvPr id="262148" name="슬라이드 번호 개체 틀 3">
            <a:extLst>
              <a:ext uri="{FF2B5EF4-FFF2-40B4-BE49-F238E27FC236}">
                <a16:creationId xmlns:a16="http://schemas.microsoft.com/office/drawing/2014/main" id="{E5CA2967-597C-1954-BC99-029DD1070DBE}"/>
              </a:ext>
            </a:extLst>
          </p:cNvPr>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latinLnBrk="1">
              <a:spcBef>
                <a:spcPct val="20000"/>
              </a:spcBef>
              <a:buClr>
                <a:schemeClr val="folHlink"/>
              </a:buClr>
              <a:buSzPct val="6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20000"/>
              </a:spcBef>
              <a:buClr>
                <a:schemeClr val="hlink"/>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20000"/>
              </a:spcBef>
              <a:buClr>
                <a:schemeClr val="folHlink"/>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20000"/>
              </a:spcBef>
              <a:buClr>
                <a:schemeClr val="accent2"/>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20000"/>
              </a:spcBef>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9pPr>
          </a:lstStyle>
          <a:p>
            <a:pPr fontAlgn="base">
              <a:spcBef>
                <a:spcPct val="0"/>
              </a:spcBef>
              <a:spcAft>
                <a:spcPct val="0"/>
              </a:spcAft>
              <a:buClrTx/>
              <a:buSzTx/>
              <a:buNone/>
            </a:pPr>
            <a:fld id="{8672FB9D-F0A8-4FD0-B04C-E50B0D9282E7}" type="slidenum">
              <a:rPr kumimoji="0" lang="en-US" altLang="ko-KR" sz="1400" b="0">
                <a:solidFill>
                  <a:srgbClr val="000000"/>
                </a:solidFill>
                <a:latin typeface="굴림" panose="020B0600000101010101" pitchFamily="50" charset="-127"/>
                <a:ea typeface="굴림" panose="020B0600000101010101" pitchFamily="50" charset="-127"/>
              </a:rPr>
              <a:pPr fontAlgn="base">
                <a:spcBef>
                  <a:spcPct val="0"/>
                </a:spcBef>
                <a:spcAft>
                  <a:spcPct val="0"/>
                </a:spcAft>
                <a:buClrTx/>
                <a:buSzTx/>
                <a:buNone/>
              </a:pPr>
              <a:t>2</a:t>
            </a:fld>
            <a:endParaRPr kumimoji="0" lang="en-US" altLang="ko-KR" sz="1400" b="0">
              <a:solidFill>
                <a:srgbClr val="000000"/>
              </a:solidFill>
              <a:latin typeface="굴림" panose="020B0600000101010101" pitchFamily="50" charset="-127"/>
              <a:ea typeface="굴림" panose="020B0600000101010101" pitchFamily="50" charset="-127"/>
            </a:endParaRPr>
          </a:p>
        </p:txBody>
      </p:sp>
      <p:grpSp>
        <p:nvGrpSpPr>
          <p:cNvPr id="262149" name="그룹 42">
            <a:extLst>
              <a:ext uri="{FF2B5EF4-FFF2-40B4-BE49-F238E27FC236}">
                <a16:creationId xmlns:a16="http://schemas.microsoft.com/office/drawing/2014/main" id="{21BB974F-8CC4-A83D-CE64-EFD0A7B72727}"/>
              </a:ext>
            </a:extLst>
          </p:cNvPr>
          <p:cNvGrpSpPr>
            <a:grpSpLocks/>
          </p:cNvGrpSpPr>
          <p:nvPr/>
        </p:nvGrpSpPr>
        <p:grpSpPr bwMode="auto">
          <a:xfrm>
            <a:off x="5470526" y="1752601"/>
            <a:ext cx="3794125" cy="2900363"/>
            <a:chOff x="3886201" y="2000240"/>
            <a:chExt cx="3794307" cy="2900378"/>
          </a:xfrm>
        </p:grpSpPr>
        <p:sp>
          <p:nvSpPr>
            <p:cNvPr id="262150" name="타원 4">
              <a:extLst>
                <a:ext uri="{FF2B5EF4-FFF2-40B4-BE49-F238E27FC236}">
                  <a16:creationId xmlns:a16="http://schemas.microsoft.com/office/drawing/2014/main" id="{5B63DBC8-F356-E258-7CD0-FA385889B863}"/>
                </a:ext>
              </a:extLst>
            </p:cNvPr>
            <p:cNvSpPr>
              <a:spLocks noChangeArrowheads="1"/>
            </p:cNvSpPr>
            <p:nvPr/>
          </p:nvSpPr>
          <p:spPr bwMode="auto">
            <a:xfrm>
              <a:off x="5643570" y="2000240"/>
              <a:ext cx="400047" cy="400048"/>
            </a:xfrm>
            <a:prstGeom prst="ellipse">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Clr>
                  <a:schemeClr val="folHlink"/>
                </a:buClr>
                <a:buSzPct val="6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20000"/>
                </a:spcBef>
                <a:buClr>
                  <a:schemeClr val="hlink"/>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20000"/>
                </a:spcBef>
                <a:buClr>
                  <a:schemeClr val="folHlink"/>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20000"/>
                </a:spcBef>
                <a:buClr>
                  <a:schemeClr val="accent2"/>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20000"/>
                </a:spcBef>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9pPr>
            </a:lstStyle>
            <a:p>
              <a:pPr algn="ctr" fontAlgn="base">
                <a:spcBef>
                  <a:spcPct val="0"/>
                </a:spcBef>
                <a:spcAft>
                  <a:spcPct val="0"/>
                </a:spcAft>
                <a:buClrTx/>
                <a:buSzTx/>
                <a:buNone/>
              </a:pPr>
              <a:r>
                <a:rPr lang="en-US" altLang="ko-KR" sz="2000">
                  <a:solidFill>
                    <a:srgbClr val="000000"/>
                  </a:solidFill>
                </a:rPr>
                <a:t>A</a:t>
              </a:r>
              <a:endParaRPr lang="ko-KR" altLang="en-US" sz="2000">
                <a:solidFill>
                  <a:srgbClr val="000000"/>
                </a:solidFill>
              </a:endParaRPr>
            </a:p>
          </p:txBody>
        </p:sp>
        <p:sp>
          <p:nvSpPr>
            <p:cNvPr id="262151" name="타원 5">
              <a:extLst>
                <a:ext uri="{FF2B5EF4-FFF2-40B4-BE49-F238E27FC236}">
                  <a16:creationId xmlns:a16="http://schemas.microsoft.com/office/drawing/2014/main" id="{3AD11FB7-8C7E-EF70-486D-40E07178D5E1}"/>
                </a:ext>
              </a:extLst>
            </p:cNvPr>
            <p:cNvSpPr>
              <a:spLocks noChangeArrowheads="1"/>
            </p:cNvSpPr>
            <p:nvPr/>
          </p:nvSpPr>
          <p:spPr bwMode="auto">
            <a:xfrm>
              <a:off x="4500562" y="2714620"/>
              <a:ext cx="400047" cy="400048"/>
            </a:xfrm>
            <a:prstGeom prst="ellipse">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Clr>
                  <a:schemeClr val="folHlink"/>
                </a:buClr>
                <a:buSzPct val="6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20000"/>
                </a:spcBef>
                <a:buClr>
                  <a:schemeClr val="hlink"/>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20000"/>
                </a:spcBef>
                <a:buClr>
                  <a:schemeClr val="folHlink"/>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20000"/>
                </a:spcBef>
                <a:buClr>
                  <a:schemeClr val="accent2"/>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20000"/>
                </a:spcBef>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9pPr>
            </a:lstStyle>
            <a:p>
              <a:pPr algn="ctr" fontAlgn="base">
                <a:spcBef>
                  <a:spcPct val="0"/>
                </a:spcBef>
                <a:spcAft>
                  <a:spcPct val="0"/>
                </a:spcAft>
                <a:buClrTx/>
                <a:buSzTx/>
                <a:buNone/>
              </a:pPr>
              <a:r>
                <a:rPr lang="en-US" altLang="ko-KR" sz="2000">
                  <a:solidFill>
                    <a:srgbClr val="000000"/>
                  </a:solidFill>
                </a:rPr>
                <a:t>B</a:t>
              </a:r>
              <a:endParaRPr lang="ko-KR" altLang="en-US" sz="2000">
                <a:solidFill>
                  <a:srgbClr val="000000"/>
                </a:solidFill>
              </a:endParaRPr>
            </a:p>
          </p:txBody>
        </p:sp>
        <p:sp>
          <p:nvSpPr>
            <p:cNvPr id="262152" name="타원 6">
              <a:extLst>
                <a:ext uri="{FF2B5EF4-FFF2-40B4-BE49-F238E27FC236}">
                  <a16:creationId xmlns:a16="http://schemas.microsoft.com/office/drawing/2014/main" id="{0926186C-1AD6-2184-B5F3-E606407F9AAF}"/>
                </a:ext>
              </a:extLst>
            </p:cNvPr>
            <p:cNvSpPr>
              <a:spLocks noChangeArrowheads="1"/>
            </p:cNvSpPr>
            <p:nvPr/>
          </p:nvSpPr>
          <p:spPr bwMode="auto">
            <a:xfrm>
              <a:off x="6715140" y="2714620"/>
              <a:ext cx="400047" cy="400048"/>
            </a:xfrm>
            <a:prstGeom prst="ellipse">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Clr>
                  <a:schemeClr val="folHlink"/>
                </a:buClr>
                <a:buSzPct val="6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20000"/>
                </a:spcBef>
                <a:buClr>
                  <a:schemeClr val="hlink"/>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20000"/>
                </a:spcBef>
                <a:buClr>
                  <a:schemeClr val="folHlink"/>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20000"/>
                </a:spcBef>
                <a:buClr>
                  <a:schemeClr val="accent2"/>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20000"/>
                </a:spcBef>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9pPr>
            </a:lstStyle>
            <a:p>
              <a:pPr algn="ctr" fontAlgn="base">
                <a:spcBef>
                  <a:spcPct val="0"/>
                </a:spcBef>
                <a:spcAft>
                  <a:spcPct val="0"/>
                </a:spcAft>
                <a:buClrTx/>
                <a:buSzTx/>
                <a:buNone/>
              </a:pPr>
              <a:r>
                <a:rPr lang="en-US" altLang="ko-KR" sz="2000">
                  <a:solidFill>
                    <a:srgbClr val="000000"/>
                  </a:solidFill>
                </a:rPr>
                <a:t>C</a:t>
              </a:r>
              <a:endParaRPr lang="ko-KR" altLang="en-US" sz="2000">
                <a:solidFill>
                  <a:srgbClr val="000000"/>
                </a:solidFill>
              </a:endParaRPr>
            </a:p>
          </p:txBody>
        </p:sp>
        <p:sp>
          <p:nvSpPr>
            <p:cNvPr id="262153" name="타원 9">
              <a:extLst>
                <a:ext uri="{FF2B5EF4-FFF2-40B4-BE49-F238E27FC236}">
                  <a16:creationId xmlns:a16="http://schemas.microsoft.com/office/drawing/2014/main" id="{485DD8BF-4848-9374-0F90-242DE048DE0A}"/>
                </a:ext>
              </a:extLst>
            </p:cNvPr>
            <p:cNvSpPr>
              <a:spLocks noChangeArrowheads="1"/>
            </p:cNvSpPr>
            <p:nvPr/>
          </p:nvSpPr>
          <p:spPr bwMode="auto">
            <a:xfrm>
              <a:off x="3886201" y="3571876"/>
              <a:ext cx="400047" cy="400048"/>
            </a:xfrm>
            <a:prstGeom prst="ellipse">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Clr>
                  <a:schemeClr val="folHlink"/>
                </a:buClr>
                <a:buSzPct val="6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20000"/>
                </a:spcBef>
                <a:buClr>
                  <a:schemeClr val="hlink"/>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20000"/>
                </a:spcBef>
                <a:buClr>
                  <a:schemeClr val="folHlink"/>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20000"/>
                </a:spcBef>
                <a:buClr>
                  <a:schemeClr val="accent2"/>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20000"/>
                </a:spcBef>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9pPr>
            </a:lstStyle>
            <a:p>
              <a:pPr algn="ctr" fontAlgn="base">
                <a:spcBef>
                  <a:spcPct val="0"/>
                </a:spcBef>
                <a:spcAft>
                  <a:spcPct val="0"/>
                </a:spcAft>
                <a:buClrTx/>
                <a:buSzTx/>
                <a:buNone/>
              </a:pPr>
              <a:r>
                <a:rPr lang="en-US" altLang="ko-KR" sz="2000">
                  <a:solidFill>
                    <a:srgbClr val="000000"/>
                  </a:solidFill>
                </a:rPr>
                <a:t>D</a:t>
              </a:r>
              <a:endParaRPr lang="ko-KR" altLang="en-US" sz="2000">
                <a:solidFill>
                  <a:srgbClr val="000000"/>
                </a:solidFill>
              </a:endParaRPr>
            </a:p>
          </p:txBody>
        </p:sp>
        <p:sp>
          <p:nvSpPr>
            <p:cNvPr id="262154" name="타원 10">
              <a:extLst>
                <a:ext uri="{FF2B5EF4-FFF2-40B4-BE49-F238E27FC236}">
                  <a16:creationId xmlns:a16="http://schemas.microsoft.com/office/drawing/2014/main" id="{E6F871EF-35E4-C60A-AC4B-25F9DFFCC0FA}"/>
                </a:ext>
              </a:extLst>
            </p:cNvPr>
            <p:cNvSpPr>
              <a:spLocks noChangeArrowheads="1"/>
            </p:cNvSpPr>
            <p:nvPr/>
          </p:nvSpPr>
          <p:spPr bwMode="auto">
            <a:xfrm>
              <a:off x="5072066" y="3571876"/>
              <a:ext cx="400047" cy="400048"/>
            </a:xfrm>
            <a:prstGeom prst="ellipse">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Clr>
                  <a:schemeClr val="folHlink"/>
                </a:buClr>
                <a:buSzPct val="6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20000"/>
                </a:spcBef>
                <a:buClr>
                  <a:schemeClr val="hlink"/>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20000"/>
                </a:spcBef>
                <a:buClr>
                  <a:schemeClr val="folHlink"/>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20000"/>
                </a:spcBef>
                <a:buClr>
                  <a:schemeClr val="accent2"/>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20000"/>
                </a:spcBef>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9pPr>
            </a:lstStyle>
            <a:p>
              <a:pPr algn="ctr" fontAlgn="base">
                <a:spcBef>
                  <a:spcPct val="0"/>
                </a:spcBef>
                <a:spcAft>
                  <a:spcPct val="0"/>
                </a:spcAft>
                <a:buClrTx/>
                <a:buSzTx/>
                <a:buNone/>
              </a:pPr>
              <a:r>
                <a:rPr lang="en-US" altLang="ko-KR" sz="2000">
                  <a:solidFill>
                    <a:srgbClr val="000000"/>
                  </a:solidFill>
                </a:rPr>
                <a:t>E</a:t>
              </a:r>
              <a:endParaRPr lang="ko-KR" altLang="en-US" sz="2000">
                <a:solidFill>
                  <a:srgbClr val="000000"/>
                </a:solidFill>
              </a:endParaRPr>
            </a:p>
          </p:txBody>
        </p:sp>
        <p:sp>
          <p:nvSpPr>
            <p:cNvPr id="262155" name="타원 11">
              <a:extLst>
                <a:ext uri="{FF2B5EF4-FFF2-40B4-BE49-F238E27FC236}">
                  <a16:creationId xmlns:a16="http://schemas.microsoft.com/office/drawing/2014/main" id="{AABF52AC-9DD8-B882-2113-D24BFFE3B556}"/>
                </a:ext>
              </a:extLst>
            </p:cNvPr>
            <p:cNvSpPr>
              <a:spLocks noChangeArrowheads="1"/>
            </p:cNvSpPr>
            <p:nvPr/>
          </p:nvSpPr>
          <p:spPr bwMode="auto">
            <a:xfrm>
              <a:off x="7280461" y="3571876"/>
              <a:ext cx="400047" cy="400048"/>
            </a:xfrm>
            <a:prstGeom prst="ellipse">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Clr>
                  <a:schemeClr val="folHlink"/>
                </a:buClr>
                <a:buSzPct val="6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20000"/>
                </a:spcBef>
                <a:buClr>
                  <a:schemeClr val="hlink"/>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20000"/>
                </a:spcBef>
                <a:buClr>
                  <a:schemeClr val="folHlink"/>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20000"/>
                </a:spcBef>
                <a:buClr>
                  <a:schemeClr val="accent2"/>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20000"/>
                </a:spcBef>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9pPr>
            </a:lstStyle>
            <a:p>
              <a:pPr algn="ctr" fontAlgn="base">
                <a:spcBef>
                  <a:spcPct val="0"/>
                </a:spcBef>
                <a:spcAft>
                  <a:spcPct val="0"/>
                </a:spcAft>
                <a:buClrTx/>
                <a:buSzTx/>
                <a:buNone/>
              </a:pPr>
              <a:r>
                <a:rPr lang="en-US" altLang="ko-KR" sz="2000">
                  <a:solidFill>
                    <a:srgbClr val="000000"/>
                  </a:solidFill>
                </a:rPr>
                <a:t>F</a:t>
              </a:r>
              <a:endParaRPr lang="ko-KR" altLang="en-US" sz="2000">
                <a:solidFill>
                  <a:srgbClr val="000000"/>
                </a:solidFill>
              </a:endParaRPr>
            </a:p>
          </p:txBody>
        </p:sp>
        <p:sp>
          <p:nvSpPr>
            <p:cNvPr id="262156" name="타원 12">
              <a:extLst>
                <a:ext uri="{FF2B5EF4-FFF2-40B4-BE49-F238E27FC236}">
                  <a16:creationId xmlns:a16="http://schemas.microsoft.com/office/drawing/2014/main" id="{2D3F64D8-9251-3E8F-EC7B-694BB9C0F9B2}"/>
                </a:ext>
              </a:extLst>
            </p:cNvPr>
            <p:cNvSpPr>
              <a:spLocks noChangeArrowheads="1"/>
            </p:cNvSpPr>
            <p:nvPr/>
          </p:nvSpPr>
          <p:spPr bwMode="auto">
            <a:xfrm>
              <a:off x="4394360" y="4500570"/>
              <a:ext cx="400047" cy="400048"/>
            </a:xfrm>
            <a:prstGeom prst="ellipse">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Clr>
                  <a:schemeClr val="folHlink"/>
                </a:buClr>
                <a:buSzPct val="6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20000"/>
                </a:spcBef>
                <a:buClr>
                  <a:schemeClr val="hlink"/>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20000"/>
                </a:spcBef>
                <a:buClr>
                  <a:schemeClr val="folHlink"/>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20000"/>
                </a:spcBef>
                <a:buClr>
                  <a:schemeClr val="accent2"/>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20000"/>
                </a:spcBef>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9pPr>
            </a:lstStyle>
            <a:p>
              <a:pPr algn="ctr" fontAlgn="base">
                <a:spcBef>
                  <a:spcPct val="0"/>
                </a:spcBef>
                <a:spcAft>
                  <a:spcPct val="0"/>
                </a:spcAft>
                <a:buClrTx/>
                <a:buSzTx/>
                <a:buNone/>
              </a:pPr>
              <a:r>
                <a:rPr lang="en-US" altLang="ko-KR" sz="2000">
                  <a:solidFill>
                    <a:srgbClr val="000000"/>
                  </a:solidFill>
                </a:rPr>
                <a:t>G</a:t>
              </a:r>
              <a:endParaRPr lang="ko-KR" altLang="en-US" sz="2000">
                <a:solidFill>
                  <a:srgbClr val="000000"/>
                </a:solidFill>
              </a:endParaRPr>
            </a:p>
          </p:txBody>
        </p:sp>
        <p:sp>
          <p:nvSpPr>
            <p:cNvPr id="262157" name="타원 13">
              <a:extLst>
                <a:ext uri="{FF2B5EF4-FFF2-40B4-BE49-F238E27FC236}">
                  <a16:creationId xmlns:a16="http://schemas.microsoft.com/office/drawing/2014/main" id="{0247E39D-37B9-EC35-89F5-895DBB9EC82E}"/>
                </a:ext>
              </a:extLst>
            </p:cNvPr>
            <p:cNvSpPr>
              <a:spLocks noChangeArrowheads="1"/>
            </p:cNvSpPr>
            <p:nvPr/>
          </p:nvSpPr>
          <p:spPr bwMode="auto">
            <a:xfrm>
              <a:off x="4857752" y="4500570"/>
              <a:ext cx="400047" cy="400048"/>
            </a:xfrm>
            <a:prstGeom prst="ellipse">
              <a:avLst/>
            </a:prstGeom>
            <a:noFill/>
            <a:ln w="9525"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latinLnBrk="1">
                <a:spcBef>
                  <a:spcPct val="20000"/>
                </a:spcBef>
                <a:buClr>
                  <a:schemeClr val="folHlink"/>
                </a:buClr>
                <a:buSzPct val="6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1pPr>
              <a:lvl2pPr marL="742950" indent="-285750" latinLnBrk="1">
                <a:spcBef>
                  <a:spcPct val="20000"/>
                </a:spcBef>
                <a:buClr>
                  <a:schemeClr val="hlink"/>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2pPr>
              <a:lvl3pPr marL="1143000" indent="-228600" latinLnBrk="1">
                <a:spcBef>
                  <a:spcPct val="20000"/>
                </a:spcBef>
                <a:buClr>
                  <a:schemeClr val="folHlink"/>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3pPr>
              <a:lvl4pPr marL="1600200" indent="-228600" latinLnBrk="1">
                <a:spcBef>
                  <a:spcPct val="20000"/>
                </a:spcBef>
                <a:buClr>
                  <a:schemeClr val="accent2"/>
                </a:buClr>
                <a:buSzPct val="55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4pPr>
              <a:lvl5pPr marL="2057400" indent="-228600" latinLnBrk="1">
                <a:spcBef>
                  <a:spcPct val="20000"/>
                </a:spcBef>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kumimoji="1" sz="2400" b="1">
                  <a:solidFill>
                    <a:schemeClr val="tx1"/>
                  </a:solidFill>
                  <a:latin typeface="맑은 고딕" panose="020B0503020000020004" pitchFamily="50" charset="-127"/>
                  <a:ea typeface="맑은 고딕" panose="020B0503020000020004" pitchFamily="50" charset="-127"/>
                </a:defRPr>
              </a:lvl9pPr>
            </a:lstStyle>
            <a:p>
              <a:pPr algn="ctr" fontAlgn="base">
                <a:spcBef>
                  <a:spcPct val="0"/>
                </a:spcBef>
                <a:spcAft>
                  <a:spcPct val="0"/>
                </a:spcAft>
                <a:buClrTx/>
                <a:buSzTx/>
                <a:buNone/>
              </a:pPr>
              <a:r>
                <a:rPr lang="en-US" altLang="ko-KR" sz="2000">
                  <a:solidFill>
                    <a:srgbClr val="000000"/>
                  </a:solidFill>
                </a:rPr>
                <a:t>H</a:t>
              </a:r>
              <a:endParaRPr lang="ko-KR" altLang="en-US" sz="2000">
                <a:solidFill>
                  <a:srgbClr val="000000"/>
                </a:solidFill>
              </a:endParaRPr>
            </a:p>
          </p:txBody>
        </p:sp>
        <p:cxnSp>
          <p:nvCxnSpPr>
            <p:cNvPr id="262158" name="직선 연결선 13">
              <a:extLst>
                <a:ext uri="{FF2B5EF4-FFF2-40B4-BE49-F238E27FC236}">
                  <a16:creationId xmlns:a16="http://schemas.microsoft.com/office/drawing/2014/main" id="{A3432C11-120C-B984-D83A-B35CC4253B19}"/>
                </a:ext>
              </a:extLst>
            </p:cNvPr>
            <p:cNvCxnSpPr>
              <a:cxnSpLocks noChangeShapeType="1"/>
              <a:stCxn id="262150" idx="3"/>
              <a:endCxn id="262151" idx="7"/>
            </p:cNvCxnSpPr>
            <p:nvPr/>
          </p:nvCxnSpPr>
          <p:spPr bwMode="auto">
            <a:xfrm rot="5400000">
              <a:off x="5056339" y="2127388"/>
              <a:ext cx="431502" cy="860132"/>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262159" name="직선 연결선 14">
              <a:extLst>
                <a:ext uri="{FF2B5EF4-FFF2-40B4-BE49-F238E27FC236}">
                  <a16:creationId xmlns:a16="http://schemas.microsoft.com/office/drawing/2014/main" id="{1A565390-8EDA-CCD9-9F45-B40A176CD2A7}"/>
                </a:ext>
              </a:extLst>
            </p:cNvPr>
            <p:cNvCxnSpPr>
              <a:cxnSpLocks noChangeShapeType="1"/>
              <a:stCxn id="262150" idx="5"/>
              <a:endCxn id="262152" idx="1"/>
            </p:cNvCxnSpPr>
            <p:nvPr/>
          </p:nvCxnSpPr>
          <p:spPr bwMode="auto">
            <a:xfrm rot="16200000" flipH="1">
              <a:off x="6163627" y="2163107"/>
              <a:ext cx="431502" cy="788694"/>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262160" name="직선 연결선 15">
              <a:extLst>
                <a:ext uri="{FF2B5EF4-FFF2-40B4-BE49-F238E27FC236}">
                  <a16:creationId xmlns:a16="http://schemas.microsoft.com/office/drawing/2014/main" id="{DC64EEB2-A00C-DC43-2CCE-02E31E4462BB}"/>
                </a:ext>
              </a:extLst>
            </p:cNvPr>
            <p:cNvCxnSpPr>
              <a:cxnSpLocks noChangeShapeType="1"/>
              <a:stCxn id="262151" idx="3"/>
              <a:endCxn id="262153" idx="0"/>
            </p:cNvCxnSpPr>
            <p:nvPr/>
          </p:nvCxnSpPr>
          <p:spPr bwMode="auto">
            <a:xfrm rot="5400000">
              <a:off x="4064790" y="3077518"/>
              <a:ext cx="515794" cy="472923"/>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262161" name="직선 연결선 16">
              <a:extLst>
                <a:ext uri="{FF2B5EF4-FFF2-40B4-BE49-F238E27FC236}">
                  <a16:creationId xmlns:a16="http://schemas.microsoft.com/office/drawing/2014/main" id="{48E7C2A6-3DB5-1CFA-39C3-7350F0BEC2D2}"/>
                </a:ext>
              </a:extLst>
            </p:cNvPr>
            <p:cNvCxnSpPr>
              <a:cxnSpLocks noChangeShapeType="1"/>
              <a:stCxn id="262151" idx="5"/>
              <a:endCxn id="262154" idx="0"/>
            </p:cNvCxnSpPr>
            <p:nvPr/>
          </p:nvCxnSpPr>
          <p:spPr bwMode="auto">
            <a:xfrm rot="16200000" flipH="1">
              <a:off x="4799159" y="3098945"/>
              <a:ext cx="515794" cy="430067"/>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262162" name="직선 연결선 37">
              <a:extLst>
                <a:ext uri="{FF2B5EF4-FFF2-40B4-BE49-F238E27FC236}">
                  <a16:creationId xmlns:a16="http://schemas.microsoft.com/office/drawing/2014/main" id="{5FAA5B7C-923E-6077-1821-41725B704AAC}"/>
                </a:ext>
              </a:extLst>
            </p:cNvPr>
            <p:cNvCxnSpPr>
              <a:cxnSpLocks noChangeShapeType="1"/>
              <a:stCxn id="262152" idx="5"/>
              <a:endCxn id="262155" idx="1"/>
            </p:cNvCxnSpPr>
            <p:nvPr/>
          </p:nvCxnSpPr>
          <p:spPr bwMode="auto">
            <a:xfrm rot="16200000" flipH="1">
              <a:off x="6910634" y="3202049"/>
              <a:ext cx="574379" cy="282446"/>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262163" name="직선 연결선 39">
              <a:extLst>
                <a:ext uri="{FF2B5EF4-FFF2-40B4-BE49-F238E27FC236}">
                  <a16:creationId xmlns:a16="http://schemas.microsoft.com/office/drawing/2014/main" id="{260CBEC4-D21D-BF48-7DC4-7B99C050EC68}"/>
                </a:ext>
              </a:extLst>
            </p:cNvPr>
            <p:cNvCxnSpPr>
              <a:cxnSpLocks noChangeShapeType="1"/>
              <a:stCxn id="262153" idx="5"/>
              <a:endCxn id="262156" idx="0"/>
            </p:cNvCxnSpPr>
            <p:nvPr/>
          </p:nvCxnSpPr>
          <p:spPr bwMode="auto">
            <a:xfrm rot="16200000" flipH="1">
              <a:off x="4117407" y="4023593"/>
              <a:ext cx="587232" cy="366722"/>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cxnSp>
          <p:nvCxnSpPr>
            <p:cNvPr id="262164" name="직선 연결선 41">
              <a:extLst>
                <a:ext uri="{FF2B5EF4-FFF2-40B4-BE49-F238E27FC236}">
                  <a16:creationId xmlns:a16="http://schemas.microsoft.com/office/drawing/2014/main" id="{32D7260F-EC29-D9F1-B4CA-705521EBDC12}"/>
                </a:ext>
              </a:extLst>
            </p:cNvPr>
            <p:cNvCxnSpPr>
              <a:cxnSpLocks noChangeShapeType="1"/>
              <a:stCxn id="262154" idx="4"/>
              <a:endCxn id="262157" idx="0"/>
            </p:cNvCxnSpPr>
            <p:nvPr/>
          </p:nvCxnSpPr>
          <p:spPr bwMode="auto">
            <a:xfrm rot="5400000">
              <a:off x="4900610" y="4129090"/>
              <a:ext cx="528646" cy="214314"/>
            </a:xfrm>
            <a:prstGeom prst="line">
              <a:avLst/>
            </a:prstGeom>
            <a:noFill/>
            <a:ln w="9525" algn="ctr">
              <a:solidFill>
                <a:schemeClr val="tx1"/>
              </a:solidFill>
              <a:miter lim="800000"/>
              <a:headEnd/>
              <a:tailEnd/>
            </a:ln>
            <a:extLst>
              <a:ext uri="{909E8E84-426E-40DD-AFC4-6F175D3DCCD1}">
                <a14:hiddenFill xmlns:a14="http://schemas.microsoft.com/office/drawing/2010/main">
                  <a:noFill/>
                </a14:hiddenFill>
              </a:ext>
            </a:extLst>
          </p:spPr>
        </p:cxnSp>
      </p:grpSp>
    </p:spTree>
  </p:cSld>
  <p:clrMapOvr>
    <a:masterClrMapping/>
  </p:clrMapOvr>
</p:sld>
</file>

<file path=ppt/slides/slide3.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전위 운행</a:t>
            </a:r>
            <a:endParaRPr lang="ko-KR" altLang="en-US"/>
          </a:p>
        </p:txBody>
      </p:sp>
      <p:sp>
        <p:nvSpPr>
          <p:cNvPr id="3" name="내용 개체 틀 2"/>
          <p:cNvSpPr>
            <a:spLocks noGrp="1"/>
          </p:cNvSpPr>
          <p:nvPr>
            <p:ph idx="1"/>
          </p:nvPr>
        </p:nvSpPr>
        <p:spPr/>
        <p:txBody>
          <a:bodyPr/>
          <a:lstStyle/>
          <a:p>
            <a:pPr>
              <a:defRPr/>
            </a:pPr>
            <a:r>
              <a:rPr lang="ko-KR" altLang="en-US"/>
              <a:t>방문 규칙: Root </a:t>
            </a:r>
            <a:r>
              <a:rPr lang="en-US" altLang="ko-KR"/>
              <a:t>-</a:t>
            </a:r>
            <a:r>
              <a:rPr lang="ko-KR" altLang="en-US"/>
              <a:t> 왼쪽 서브트리 </a:t>
            </a:r>
            <a:r>
              <a:rPr lang="en-US" altLang="ko-KR"/>
              <a:t>-</a:t>
            </a:r>
            <a:r>
              <a:rPr lang="ko-KR" altLang="en-US"/>
              <a:t> 오른쪽 서브트리</a:t>
            </a:r>
            <a:endParaRPr lang="ko-KR" altLang="en-US"/>
          </a:p>
          <a:p>
            <a:pPr>
              <a:defRPr/>
            </a:pPr>
            <a:r>
              <a:rPr lang="ko-KR" altLang="en-US"/>
              <a:t>가장 먼저 트리의 전체 뿌리인 A를 방문한다. 그다음 왼쪽으로 내려가 B를 방문하고, 다시 왼쪽 아래의 D를 방문한다. D는 왼쪽 자식이 없으므로 오른쪽 자식인 G를 방문한다. 이렇게 B의 왼쪽 서브트리(D, G) 탐색이 끝나면, B의 오른쪽 자식인 E로 이동하여 방문한 뒤 E의 왼쪽 자식인 H를 방문한다. 이제 A의 오른쪽 서브트리로 넘어가 C를 방문하고, 마지막으로 C의 오른쪽 자식인 F를 방문하여 탐색을 종료한다.</a:t>
            </a:r>
            <a:endParaRPr lang="ko-KR" altLang="en-US"/>
          </a:p>
          <a:p>
            <a:pPr>
              <a:defRPr/>
            </a:pPr>
            <a:r>
              <a:rPr lang="ko-KR" altLang="en-US"/>
              <a:t>운행 결과: A </a:t>
            </a:r>
            <a:r>
              <a:rPr lang="en-US" altLang="ko-KR"/>
              <a:t>-</a:t>
            </a:r>
            <a:r>
              <a:rPr lang="ko-KR" altLang="en-US"/>
              <a:t> B </a:t>
            </a:r>
            <a:r>
              <a:rPr lang="en-US" altLang="ko-KR"/>
              <a:t>-</a:t>
            </a:r>
            <a:r>
              <a:rPr lang="ko-KR" altLang="en-US"/>
              <a:t> D </a:t>
            </a:r>
            <a:r>
              <a:rPr lang="en-US" altLang="ko-KR"/>
              <a:t>-</a:t>
            </a:r>
            <a:r>
              <a:rPr lang="ko-KR" altLang="en-US"/>
              <a:t> G </a:t>
            </a:r>
            <a:r>
              <a:rPr lang="en-US" altLang="ko-KR"/>
              <a:t>-</a:t>
            </a:r>
            <a:r>
              <a:rPr lang="ko-KR" altLang="en-US"/>
              <a:t> E </a:t>
            </a:r>
            <a:r>
              <a:rPr lang="en-US" altLang="ko-KR"/>
              <a:t>-</a:t>
            </a:r>
            <a:r>
              <a:rPr lang="ko-KR" altLang="en-US"/>
              <a:t> H </a:t>
            </a:r>
            <a:r>
              <a:rPr lang="en-US" altLang="ko-KR"/>
              <a:t>-</a:t>
            </a:r>
            <a:r>
              <a:rPr lang="ko-KR" altLang="en-US"/>
              <a:t> C </a:t>
            </a:r>
            <a:r>
              <a:rPr lang="en-US" altLang="ko-KR"/>
              <a:t>-</a:t>
            </a:r>
            <a:r>
              <a:rPr lang="ko-KR" altLang="en-US"/>
              <a:t> F</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4.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중위 운행</a:t>
            </a:r>
            <a:endParaRPr lang="ko-KR" altLang="en-US"/>
          </a:p>
        </p:txBody>
      </p:sp>
      <p:sp>
        <p:nvSpPr>
          <p:cNvPr id="3" name="내용 개체 틀 2"/>
          <p:cNvSpPr>
            <a:spLocks noGrp="1"/>
          </p:cNvSpPr>
          <p:nvPr>
            <p:ph idx="1"/>
          </p:nvPr>
        </p:nvSpPr>
        <p:spPr/>
        <p:txBody>
          <a:bodyPr/>
          <a:lstStyle/>
          <a:p>
            <a:pPr>
              <a:defRPr/>
            </a:pPr>
            <a:r>
              <a:rPr lang="ko-KR" altLang="en-US"/>
              <a:t>방문 규칙: 왼쪽 서브트리 </a:t>
            </a:r>
            <a:r>
              <a:rPr lang="en-US" altLang="ko-KR"/>
              <a:t>-</a:t>
            </a:r>
            <a:r>
              <a:rPr lang="ko-KR" altLang="en-US"/>
              <a:t> Root </a:t>
            </a:r>
            <a:r>
              <a:rPr lang="en-US" altLang="ko-KR"/>
              <a:t>-</a:t>
            </a:r>
            <a:r>
              <a:rPr lang="ko-KR" altLang="en-US"/>
              <a:t> 오른쪽 서브트리</a:t>
            </a:r>
            <a:endParaRPr lang="ko-KR" altLang="en-US"/>
          </a:p>
          <a:p>
            <a:pPr>
              <a:defRPr/>
            </a:pPr>
            <a:r>
              <a:rPr lang="ko-KR" altLang="en-US"/>
              <a:t>A에서 출발해 가장 왼쪽 끝으로 내려간다. D는 왼쪽 자식이 없으므로 자신(D)을 먼저 방문하고, 오른쪽 자식인 G를 방문한다</a:t>
            </a:r>
            <a:r>
              <a:rPr lang="en-US" altLang="ko-KR"/>
              <a:t>.</a:t>
            </a:r>
            <a:r>
              <a:rPr lang="ko-KR" altLang="en-US"/>
              <a:t> 그다음 상위 노드인 B를 방문한 후, B의 오른쪽 서브트리로 넘어간다. 오른쪽 서브트리에서도 가장 왼쪽인 H를 먼저 방문하고 부모인 E를 방문한다. 이로써 A의 왼쪽 서브트리 탐색이 완전히 끝났으므로, 트리의 전체 뿌리인 A를 방문한다. 마지막으로 A의 오른쪽으로 넘어가는데, C는 왼쪽 자식이 없으므로 C를 방문하고 오른쪽 자식인 F를 방문하며 마무리합니다.</a:t>
            </a:r>
            <a:endParaRPr lang="ko-KR" altLang="en-US"/>
          </a:p>
          <a:p>
            <a:pPr>
              <a:defRPr/>
            </a:pPr>
            <a:r>
              <a:rPr lang="ko-KR" altLang="en-US"/>
              <a:t>운행 결과: D </a:t>
            </a:r>
            <a:r>
              <a:rPr lang="en-US" altLang="ko-KR"/>
              <a:t>-</a:t>
            </a:r>
            <a:r>
              <a:rPr lang="ko-KR" altLang="en-US"/>
              <a:t> G </a:t>
            </a:r>
            <a:r>
              <a:rPr lang="en-US" altLang="ko-KR"/>
              <a:t>-</a:t>
            </a:r>
            <a:r>
              <a:rPr lang="ko-KR" altLang="en-US"/>
              <a:t> B </a:t>
            </a:r>
            <a:r>
              <a:rPr lang="en-US" altLang="ko-KR"/>
              <a:t>-</a:t>
            </a:r>
            <a:r>
              <a:rPr lang="ko-KR" altLang="en-US"/>
              <a:t> H </a:t>
            </a:r>
            <a:r>
              <a:rPr lang="en-US" altLang="ko-KR"/>
              <a:t>-</a:t>
            </a:r>
            <a:r>
              <a:rPr lang="ko-KR" altLang="en-US"/>
              <a:t> E </a:t>
            </a:r>
            <a:r>
              <a:rPr lang="en-US" altLang="ko-KR"/>
              <a:t>-</a:t>
            </a:r>
            <a:r>
              <a:rPr lang="ko-KR" altLang="en-US"/>
              <a:t> A </a:t>
            </a:r>
            <a:r>
              <a:rPr lang="en-US" altLang="ko-KR"/>
              <a:t>-</a:t>
            </a:r>
            <a:r>
              <a:rPr lang="ko-KR" altLang="en-US"/>
              <a:t> C </a:t>
            </a:r>
            <a:r>
              <a:rPr lang="en-US" altLang="ko-KR"/>
              <a:t>-</a:t>
            </a:r>
            <a:r>
              <a:rPr lang="ko-KR" altLang="en-US"/>
              <a:t> F</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5.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후위 운행</a:t>
            </a:r>
            <a:endParaRPr lang="ko-KR" altLang="en-US"/>
          </a:p>
        </p:txBody>
      </p:sp>
      <p:sp>
        <p:nvSpPr>
          <p:cNvPr id="3" name="내용 개체 틀 2"/>
          <p:cNvSpPr>
            <a:spLocks noGrp="1"/>
          </p:cNvSpPr>
          <p:nvPr>
            <p:ph idx="1"/>
          </p:nvPr>
        </p:nvSpPr>
        <p:spPr/>
        <p:txBody>
          <a:bodyPr/>
          <a:lstStyle/>
          <a:p>
            <a:pPr>
              <a:defRPr/>
            </a:pPr>
            <a:r>
              <a:rPr lang="ko-KR" altLang="en-US"/>
              <a:t>방문 규칙: 왼쪽 서브트리 </a:t>
            </a:r>
            <a:r>
              <a:rPr lang="en-US" altLang="ko-KR"/>
              <a:t>-</a:t>
            </a:r>
            <a:r>
              <a:rPr lang="ko-KR" altLang="en-US"/>
              <a:t> 오른쪽 서브트리 </a:t>
            </a:r>
            <a:r>
              <a:rPr lang="en-US" altLang="ko-KR"/>
              <a:t>-</a:t>
            </a:r>
            <a:r>
              <a:rPr lang="ko-KR" altLang="en-US"/>
              <a:t> Root</a:t>
            </a:r>
            <a:endParaRPr lang="ko-KR" altLang="en-US"/>
          </a:p>
          <a:p>
            <a:pPr>
              <a:defRPr/>
            </a:pPr>
            <a:r>
              <a:rPr lang="ko-KR" altLang="en-US"/>
              <a:t>먼저 A의 가장 왼쪽 아래로 내려가, D의 오른쪽 자식인 G를 방문한 뒤 부모인 D를 방문한다</a:t>
            </a:r>
            <a:r>
              <a:rPr lang="en-US" altLang="ko-KR"/>
              <a:t>.</a:t>
            </a:r>
            <a:r>
              <a:rPr lang="ko-KR" altLang="en-US"/>
              <a:t> 그다음 B의 오른쪽 서브트리로 넘어가 E의 왼쪽 자식인 H를 방문하고 부모인 E를 방문한다. 이제 B의 양쪽 자식(D, E) 서브트리를 모두 방문했으므로 B를 방문한다. 다음으로 A의 오른쪽 서브트리로 넘어가서 제일 아래에 있는 F를 방문하고 부모인 C를 방문한다. 이렇게 양쪽 서브트리의 모든 방문이 끝난 후, 제일 마지막으로 트리의 전체 뿌리인 A를 방문한다.</a:t>
            </a:r>
            <a:endParaRPr lang="ko-KR" altLang="en-US"/>
          </a:p>
          <a:p>
            <a:pPr>
              <a:defRPr/>
            </a:pPr>
            <a:r>
              <a:rPr lang="ko-KR" altLang="en-US"/>
              <a:t>운행 결과: G </a:t>
            </a:r>
            <a:r>
              <a:rPr lang="en-US" altLang="ko-KR"/>
              <a:t>-</a:t>
            </a:r>
            <a:r>
              <a:rPr lang="ko-KR" altLang="en-US"/>
              <a:t> D </a:t>
            </a:r>
            <a:r>
              <a:rPr lang="en-US" altLang="ko-KR"/>
              <a:t>-</a:t>
            </a:r>
            <a:r>
              <a:rPr lang="ko-KR" altLang="en-US"/>
              <a:t> H </a:t>
            </a:r>
            <a:r>
              <a:rPr lang="en-US" altLang="ko-KR"/>
              <a:t>-</a:t>
            </a:r>
            <a:r>
              <a:rPr lang="ko-KR" altLang="en-US"/>
              <a:t> E </a:t>
            </a:r>
            <a:r>
              <a:rPr lang="en-US" altLang="ko-KR"/>
              <a:t>-</a:t>
            </a:r>
            <a:r>
              <a:rPr lang="ko-KR" altLang="en-US"/>
              <a:t> B </a:t>
            </a:r>
            <a:r>
              <a:rPr lang="en-US" altLang="ko-KR"/>
              <a:t>-</a:t>
            </a:r>
            <a:r>
              <a:rPr lang="ko-KR" altLang="en-US"/>
              <a:t> F </a:t>
            </a:r>
            <a:r>
              <a:rPr lang="en-US" altLang="ko-KR"/>
              <a:t>-</a:t>
            </a:r>
            <a:r>
              <a:rPr lang="ko-KR" altLang="en-US"/>
              <a:t> C </a:t>
            </a:r>
            <a:r>
              <a:rPr lang="en-US" altLang="ko-KR"/>
              <a:t>-</a:t>
            </a:r>
            <a:r>
              <a:rPr lang="ko-KR" altLang="en-US"/>
              <a:t> A</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6.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64194" name="제목 1"/>
          <p:cNvSpPr>
            <a:spLocks noGrp="1" noChangeArrowheads="1"/>
          </p:cNvSpPr>
          <p:nvPr>
            <p:ph type="title" idx="0"/>
          </p:nvPr>
        </p:nvSpPr>
        <p:spPr/>
        <p:txBody>
          <a:bodyPr/>
          <a:lstStyle/>
          <a:p>
            <a:pPr lvl="0">
              <a:defRPr/>
            </a:pPr>
            <a:r>
              <a:rPr lang="ko-KR" altLang="en-US"/>
              <a:t>연습문제</a:t>
            </a:r>
            <a:r>
              <a:rPr lang="en-US" altLang="ko-KR"/>
              <a:t>2</a:t>
            </a:r>
            <a:endParaRPr lang="ko-KR" altLang="en-US"/>
          </a:p>
        </p:txBody>
      </p:sp>
      <p:sp>
        <p:nvSpPr>
          <p:cNvPr id="264195" name="내용 개체 틀 2"/>
          <p:cNvSpPr>
            <a:spLocks noGrp="1" noChangeArrowheads="1"/>
          </p:cNvSpPr>
          <p:nvPr>
            <p:ph idx="1"/>
          </p:nvPr>
        </p:nvSpPr>
        <p:spPr/>
        <p:txBody>
          <a:bodyPr/>
          <a:lstStyle/>
          <a:p>
            <a:pPr lvl="0">
              <a:defRPr/>
            </a:pPr>
            <a:r>
              <a:rPr lang="ko-KR" altLang="en-US"/>
              <a:t>이진 트리 구성 </a:t>
            </a:r>
            <a:r>
              <a:rPr lang="en-US" altLang="ko-KR"/>
              <a:t>(</a:t>
            </a:r>
            <a:r>
              <a:rPr lang="ko-KR" altLang="en-US"/>
              <a:t>작은 값은 왼쪽</a:t>
            </a:r>
            <a:r>
              <a:rPr lang="en-US" altLang="ko-KR"/>
              <a:t>, </a:t>
            </a:r>
            <a:r>
              <a:rPr lang="ko-KR" altLang="en-US"/>
              <a:t>큰 값은 오른쪽에</a:t>
            </a:r>
            <a:r>
              <a:rPr lang="en-US" altLang="ko-KR"/>
              <a:t>)</a:t>
            </a:r>
            <a:endParaRPr lang="en-US" altLang="ko-KR"/>
          </a:p>
          <a:p>
            <a:pPr lvl="1">
              <a:defRPr/>
            </a:pPr>
            <a:r>
              <a:rPr lang="en-US" altLang="ko-KR"/>
              <a:t>5, 2, 8, 1, 4, 6, 9, 3, 7</a:t>
            </a:r>
            <a:endParaRPr lang="en-US" altLang="ko-KR"/>
          </a:p>
          <a:p>
            <a:pPr lvl="0">
              <a:defRPr/>
            </a:pPr>
            <a:r>
              <a:rPr lang="ko-KR" altLang="en-US"/>
              <a:t>트리 운행 결과 표시</a:t>
            </a:r>
            <a:endParaRPr lang="ko-KR" altLang="en-US"/>
          </a:p>
          <a:p>
            <a:pPr lvl="1">
              <a:defRPr/>
            </a:pPr>
            <a:r>
              <a:rPr lang="ko-KR" altLang="en-US"/>
              <a:t>전위 운행</a:t>
            </a:r>
            <a:endParaRPr lang="ko-KR" altLang="en-US"/>
          </a:p>
          <a:p>
            <a:pPr lvl="1">
              <a:defRPr/>
            </a:pPr>
            <a:r>
              <a:rPr lang="ko-KR" altLang="en-US"/>
              <a:t>중위 운행</a:t>
            </a:r>
            <a:endParaRPr lang="ko-KR" altLang="en-US"/>
          </a:p>
          <a:p>
            <a:pPr lvl="1">
              <a:defRPr/>
            </a:pPr>
            <a:r>
              <a:rPr lang="ko-KR" altLang="en-US"/>
              <a:t>후위 운행</a:t>
            </a:r>
            <a:endParaRPr lang="ko-KR" altLang="en-US"/>
          </a:p>
          <a:p>
            <a:pPr lvl="0">
              <a:defRPr/>
            </a:pP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7.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연습문제 </a:t>
            </a:r>
            <a:r>
              <a:rPr lang="en-US" altLang="ko-KR"/>
              <a:t>2</a:t>
            </a:r>
            <a:r>
              <a:rPr lang="ko-KR" altLang="en-US"/>
              <a:t> 이진 트리</a:t>
            </a:r>
            <a:endParaRPr lang="ko-KR" altLang="en-US"/>
          </a:p>
        </p:txBody>
      </p:sp>
      <p:sp>
        <p:nvSpPr>
          <p:cNvPr id="4" name=""/>
          <p:cNvSpPr txBox="1"/>
          <p:nvPr/>
        </p:nvSpPr>
        <p:spPr>
          <a:xfrm>
            <a:off x="5628255" y="1319893"/>
            <a:ext cx="467745" cy="392702"/>
          </a:xfrm>
          <a:prstGeom prst="rect">
            <a:avLst/>
          </a:prstGeom>
          <a:noFill/>
        </p:spPr>
        <p:txBody>
          <a:bodyPr wrap="square">
            <a:spAutoFit/>
          </a:bodyPr>
          <a:p>
            <a:pPr algn="l">
              <a:defRPr/>
            </a:pPr>
            <a:endParaRPr sz="2000" b="1">
              <a:solidFill>
                <a:srgbClr val="ff0000"/>
              </a:solidFill>
              <a:latin typeface="맑은 고딕"/>
              <a:ea typeface="맑은 고딕"/>
              <a:cs typeface="+mn-cs"/>
            </a:endParaRPr>
          </a:p>
        </p:txBody>
      </p:sp>
      <p:grpSp>
        <p:nvGrpSpPr>
          <p:cNvPr id="5" name="그룹 42"/>
          <p:cNvGrpSpPr/>
          <p:nvPr/>
        </p:nvGrpSpPr>
        <p:grpSpPr>
          <a:xfrm rot="0">
            <a:off x="3297464" y="1565503"/>
            <a:ext cx="5597071" cy="4329113"/>
            <a:chOff x="3886201" y="2000240"/>
            <a:chExt cx="3794307" cy="2900378"/>
          </a:xfrm>
        </p:grpSpPr>
        <p:sp>
          <p:nvSpPr>
            <p:cNvPr id="6" name="타원 4"/>
            <p:cNvSpPr>
              <a:spLocks noChangeArrowheads="1"/>
            </p:cNvSpPr>
            <p:nvPr/>
          </p:nvSpPr>
          <p:spPr>
            <a:xfrm>
              <a:off x="5643570" y="2000240"/>
              <a:ext cx="400047" cy="400048"/>
            </a:xfrm>
            <a:prstGeom prst="ellipse">
              <a:avLst/>
            </a:prstGeom>
            <a:noFill/>
            <a:ln w="9525" algn="ctr">
              <a:solidFill>
                <a:srgbClr val="000000">
                  <a:alpha val="100000"/>
                </a:srgbClr>
              </a:solidFill>
              <a:miter/>
            </a:ln>
          </p:spPr>
          <p:txBody>
            <a:bodyPr wrap="none" anchor="ctr"/>
            <a:p>
              <a:pPr marL="0" indent="0" algn="ctr" defTabSz="914400" rtl="0" eaLnBrk="1" latinLnBrk="1" hangingPunct="1">
                <a:lnSpc>
                  <a:spcPct val="100000"/>
                </a:lnSpc>
                <a:spcBef>
                  <a:spcPct val="0"/>
                </a:spcBef>
                <a:spcAft>
                  <a:spcPct val="0"/>
                </a:spcAft>
                <a:buClrTx/>
                <a:buClr>
                  <a:schemeClr val="folHlink"/>
                </a:buClr>
                <a:buSzPct val="60000"/>
                <a:buFont typeface="Wingdings"/>
                <a:buNone/>
                <a:defRPr/>
              </a:pPr>
              <a:r>
                <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rPr>
                <a:t>5</a:t>
              </a:r>
              <a:endPar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endParaRPr>
            </a:p>
          </p:txBody>
        </p:sp>
        <p:sp>
          <p:nvSpPr>
            <p:cNvPr id="7" name="타원 5"/>
            <p:cNvSpPr>
              <a:spLocks noChangeArrowheads="1"/>
            </p:cNvSpPr>
            <p:nvPr/>
          </p:nvSpPr>
          <p:spPr>
            <a:xfrm>
              <a:off x="4500562" y="2714620"/>
              <a:ext cx="400047" cy="400048"/>
            </a:xfrm>
            <a:prstGeom prst="ellipse">
              <a:avLst/>
            </a:prstGeom>
            <a:noFill/>
            <a:ln w="9525" algn="ctr">
              <a:solidFill>
                <a:srgbClr val="000000">
                  <a:alpha val="100000"/>
                </a:srgbClr>
              </a:solidFill>
              <a:miter/>
            </a:ln>
          </p:spPr>
          <p:txBody>
            <a:bodyPr wrap="none" anchor="ctr"/>
            <a:p>
              <a:pPr marL="0" indent="0" algn="ctr" defTabSz="914400" rtl="0" eaLnBrk="1" latinLnBrk="1" hangingPunct="1">
                <a:lnSpc>
                  <a:spcPct val="100000"/>
                </a:lnSpc>
                <a:spcBef>
                  <a:spcPct val="0"/>
                </a:spcBef>
                <a:spcAft>
                  <a:spcPct val="0"/>
                </a:spcAft>
                <a:buClrTx/>
                <a:buClr>
                  <a:schemeClr val="folHlink"/>
                </a:buClr>
                <a:buSzPct val="60000"/>
                <a:buFont typeface="Wingdings"/>
                <a:buNone/>
                <a:defRPr/>
              </a:pPr>
              <a:r>
                <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rPr>
                <a:t>2</a:t>
              </a:r>
              <a:endPar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endParaRPr>
            </a:p>
          </p:txBody>
        </p:sp>
        <p:sp>
          <p:nvSpPr>
            <p:cNvPr id="8" name="타원 6"/>
            <p:cNvSpPr>
              <a:spLocks noChangeArrowheads="1"/>
            </p:cNvSpPr>
            <p:nvPr/>
          </p:nvSpPr>
          <p:spPr>
            <a:xfrm>
              <a:off x="6715140" y="2714620"/>
              <a:ext cx="400047" cy="400048"/>
            </a:xfrm>
            <a:prstGeom prst="ellipse">
              <a:avLst/>
            </a:prstGeom>
            <a:noFill/>
            <a:ln w="9525" algn="ctr">
              <a:solidFill>
                <a:srgbClr val="000000">
                  <a:alpha val="100000"/>
                </a:srgbClr>
              </a:solidFill>
              <a:miter/>
            </a:ln>
          </p:spPr>
          <p:txBody>
            <a:bodyPr wrap="none" anchor="ctr"/>
            <a:p>
              <a:pPr marL="0" indent="0" algn="ctr" defTabSz="914400" rtl="0" eaLnBrk="1" latinLnBrk="1" hangingPunct="1">
                <a:lnSpc>
                  <a:spcPct val="100000"/>
                </a:lnSpc>
                <a:spcBef>
                  <a:spcPct val="0"/>
                </a:spcBef>
                <a:spcAft>
                  <a:spcPct val="0"/>
                </a:spcAft>
                <a:buClrTx/>
                <a:buClr>
                  <a:schemeClr val="folHlink"/>
                </a:buClr>
                <a:buSzPct val="60000"/>
                <a:buFont typeface="Wingdings"/>
                <a:buNone/>
                <a:defRPr/>
              </a:pPr>
              <a:r>
                <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rPr>
                <a:t>8</a:t>
              </a:r>
              <a:endPar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endParaRPr>
            </a:p>
          </p:txBody>
        </p:sp>
        <p:sp>
          <p:nvSpPr>
            <p:cNvPr id="9" name="타원 9"/>
            <p:cNvSpPr>
              <a:spLocks noChangeArrowheads="1"/>
            </p:cNvSpPr>
            <p:nvPr/>
          </p:nvSpPr>
          <p:spPr>
            <a:xfrm>
              <a:off x="3886201" y="3571876"/>
              <a:ext cx="400047" cy="400048"/>
            </a:xfrm>
            <a:prstGeom prst="ellipse">
              <a:avLst/>
            </a:prstGeom>
            <a:noFill/>
            <a:ln w="9525" algn="ctr">
              <a:solidFill>
                <a:srgbClr val="000000">
                  <a:alpha val="100000"/>
                </a:srgbClr>
              </a:solidFill>
              <a:miter/>
            </a:ln>
          </p:spPr>
          <p:txBody>
            <a:bodyPr wrap="none" anchor="ctr"/>
            <a:p>
              <a:pPr marL="0" indent="0" algn="ctr" defTabSz="914400" rtl="0" eaLnBrk="1" latinLnBrk="1" hangingPunct="1">
                <a:lnSpc>
                  <a:spcPct val="100000"/>
                </a:lnSpc>
                <a:spcBef>
                  <a:spcPct val="0"/>
                </a:spcBef>
                <a:spcAft>
                  <a:spcPct val="0"/>
                </a:spcAft>
                <a:buClrTx/>
                <a:buClr>
                  <a:schemeClr val="folHlink"/>
                </a:buClr>
                <a:buSzPct val="60000"/>
                <a:buFont typeface="Wingdings"/>
                <a:buNone/>
                <a:defRPr/>
              </a:pPr>
              <a:r>
                <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rPr>
                <a:t>1</a:t>
              </a:r>
              <a:endPar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endParaRPr>
            </a:p>
          </p:txBody>
        </p:sp>
        <p:sp>
          <p:nvSpPr>
            <p:cNvPr id="10" name="타원 10"/>
            <p:cNvSpPr>
              <a:spLocks noChangeArrowheads="1"/>
            </p:cNvSpPr>
            <p:nvPr/>
          </p:nvSpPr>
          <p:spPr>
            <a:xfrm>
              <a:off x="5072066" y="3571876"/>
              <a:ext cx="400047" cy="400048"/>
            </a:xfrm>
            <a:prstGeom prst="ellipse">
              <a:avLst/>
            </a:prstGeom>
            <a:noFill/>
            <a:ln w="9525" algn="ctr">
              <a:solidFill>
                <a:srgbClr val="000000">
                  <a:alpha val="100000"/>
                </a:srgbClr>
              </a:solidFill>
              <a:miter/>
            </a:ln>
          </p:spPr>
          <p:txBody>
            <a:bodyPr wrap="none" anchor="ctr"/>
            <a:p>
              <a:pPr marL="0" indent="0" algn="ctr" defTabSz="914400" rtl="0" eaLnBrk="1" latinLnBrk="1" hangingPunct="1">
                <a:lnSpc>
                  <a:spcPct val="100000"/>
                </a:lnSpc>
                <a:spcBef>
                  <a:spcPct val="0"/>
                </a:spcBef>
                <a:spcAft>
                  <a:spcPct val="0"/>
                </a:spcAft>
                <a:buClrTx/>
                <a:buClr>
                  <a:schemeClr val="folHlink"/>
                </a:buClr>
                <a:buSzPct val="60000"/>
                <a:buFont typeface="Wingdings"/>
                <a:buNone/>
                <a:defRPr/>
              </a:pPr>
              <a:r>
                <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rPr>
                <a:t>4</a:t>
              </a:r>
              <a:endPar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endParaRPr>
            </a:p>
          </p:txBody>
        </p:sp>
        <p:sp>
          <p:nvSpPr>
            <p:cNvPr id="11" name="타원 11"/>
            <p:cNvSpPr>
              <a:spLocks noChangeArrowheads="1"/>
            </p:cNvSpPr>
            <p:nvPr/>
          </p:nvSpPr>
          <p:spPr>
            <a:xfrm>
              <a:off x="7280461" y="3571876"/>
              <a:ext cx="400047" cy="400048"/>
            </a:xfrm>
            <a:prstGeom prst="ellipse">
              <a:avLst/>
            </a:prstGeom>
            <a:noFill/>
            <a:ln w="9525" algn="ctr">
              <a:solidFill>
                <a:srgbClr val="000000">
                  <a:alpha val="100000"/>
                </a:srgbClr>
              </a:solidFill>
              <a:miter/>
            </a:ln>
          </p:spPr>
          <p:txBody>
            <a:bodyPr wrap="none" anchor="ctr"/>
            <a:p>
              <a:pPr marL="0" indent="0" algn="ctr" defTabSz="914400" rtl="0" eaLnBrk="1" latinLnBrk="1" hangingPunct="1">
                <a:lnSpc>
                  <a:spcPct val="100000"/>
                </a:lnSpc>
                <a:spcBef>
                  <a:spcPct val="0"/>
                </a:spcBef>
                <a:spcAft>
                  <a:spcPct val="0"/>
                </a:spcAft>
                <a:buClrTx/>
                <a:buClr>
                  <a:schemeClr val="folHlink"/>
                </a:buClr>
                <a:buSzPct val="60000"/>
                <a:buFont typeface="Wingdings"/>
                <a:buNone/>
                <a:defRPr/>
              </a:pPr>
              <a:r>
                <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rPr>
                <a:t>9</a:t>
              </a:r>
              <a:endPar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endParaRPr>
            </a:p>
          </p:txBody>
        </p:sp>
        <p:sp>
          <p:nvSpPr>
            <p:cNvPr id="12" name="타원 12"/>
            <p:cNvSpPr>
              <a:spLocks noChangeArrowheads="1"/>
            </p:cNvSpPr>
            <p:nvPr/>
          </p:nvSpPr>
          <p:spPr>
            <a:xfrm>
              <a:off x="6529152" y="4474524"/>
              <a:ext cx="400047" cy="400048"/>
            </a:xfrm>
            <a:prstGeom prst="ellipse">
              <a:avLst/>
            </a:prstGeom>
            <a:noFill/>
            <a:ln w="9525" algn="ctr">
              <a:solidFill>
                <a:srgbClr val="000000">
                  <a:alpha val="100000"/>
                </a:srgbClr>
              </a:solidFill>
              <a:miter/>
            </a:ln>
          </p:spPr>
          <p:txBody>
            <a:bodyPr wrap="none" anchor="ctr"/>
            <a:p>
              <a:pPr marL="0" indent="0" algn="ctr" defTabSz="914400" rtl="0" eaLnBrk="1" latinLnBrk="1" hangingPunct="1">
                <a:lnSpc>
                  <a:spcPct val="100000"/>
                </a:lnSpc>
                <a:spcBef>
                  <a:spcPct val="0"/>
                </a:spcBef>
                <a:spcAft>
                  <a:spcPct val="0"/>
                </a:spcAft>
                <a:buClrTx/>
                <a:buClr>
                  <a:schemeClr val="folHlink"/>
                </a:buClr>
                <a:buSzPct val="60000"/>
                <a:buFont typeface="Wingdings"/>
                <a:buNone/>
                <a:defRPr/>
              </a:pPr>
              <a:r>
                <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rPr>
                <a:t>7</a:t>
              </a:r>
              <a:endPar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endParaRPr>
            </a:p>
          </p:txBody>
        </p:sp>
        <p:sp>
          <p:nvSpPr>
            <p:cNvPr id="13" name="타원 13"/>
            <p:cNvSpPr>
              <a:spLocks noChangeArrowheads="1"/>
            </p:cNvSpPr>
            <p:nvPr/>
          </p:nvSpPr>
          <p:spPr>
            <a:xfrm>
              <a:off x="4857752" y="4500570"/>
              <a:ext cx="400047" cy="400048"/>
            </a:xfrm>
            <a:prstGeom prst="ellipse">
              <a:avLst/>
            </a:prstGeom>
            <a:noFill/>
            <a:ln w="9525" algn="ctr">
              <a:solidFill>
                <a:srgbClr val="000000">
                  <a:alpha val="100000"/>
                </a:srgbClr>
              </a:solidFill>
              <a:miter/>
            </a:ln>
          </p:spPr>
          <p:txBody>
            <a:bodyPr wrap="none" anchor="ctr"/>
            <a:p>
              <a:pPr marL="0" indent="0" algn="ctr" defTabSz="914400" rtl="0" eaLnBrk="1" latinLnBrk="1" hangingPunct="1">
                <a:lnSpc>
                  <a:spcPct val="100000"/>
                </a:lnSpc>
                <a:spcBef>
                  <a:spcPct val="0"/>
                </a:spcBef>
                <a:spcAft>
                  <a:spcPct val="0"/>
                </a:spcAft>
                <a:buClrTx/>
                <a:buClr>
                  <a:schemeClr val="folHlink"/>
                </a:buClr>
                <a:buSzPct val="60000"/>
                <a:buFont typeface="Wingdings"/>
                <a:buNone/>
                <a:defRPr/>
              </a:pPr>
              <a:r>
                <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rPr>
                <a:t>3</a:t>
              </a:r>
              <a:endPar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endParaRPr>
            </a:p>
          </p:txBody>
        </p:sp>
        <p:cxnSp>
          <p:nvCxnSpPr>
            <p:cNvPr id="14" name="직선 연결선 13"/>
            <p:cNvCxnSpPr>
              <a:cxnSpLocks noChangeShapeType="1"/>
              <a:stCxn id="6" idx="3"/>
              <a:endCxn id="7" idx="7"/>
            </p:cNvCxnSpPr>
            <p:nvPr/>
          </p:nvCxnSpPr>
          <p:spPr>
            <a:xfrm rot="5400000">
              <a:off x="5056339" y="2127388"/>
              <a:ext cx="431502" cy="860132"/>
            </a:xfrm>
            <a:prstGeom prst="line">
              <a:avLst/>
            </a:prstGeom>
            <a:noFill/>
            <a:ln w="9525" algn="ctr">
              <a:solidFill>
                <a:srgbClr val="000000">
                  <a:alpha val="100000"/>
                </a:srgbClr>
              </a:solidFill>
              <a:miter/>
            </a:ln>
          </p:spPr>
        </p:cxnSp>
        <p:cxnSp>
          <p:nvCxnSpPr>
            <p:cNvPr id="15" name="직선 연결선 14"/>
            <p:cNvCxnSpPr>
              <a:cxnSpLocks noChangeShapeType="1"/>
              <a:stCxn id="6" idx="5"/>
              <a:endCxn id="8" idx="1"/>
            </p:cNvCxnSpPr>
            <p:nvPr/>
          </p:nvCxnSpPr>
          <p:spPr>
            <a:xfrm rot="16200000" flipH="1">
              <a:off x="6163627" y="2163107"/>
              <a:ext cx="431502" cy="788694"/>
            </a:xfrm>
            <a:prstGeom prst="line">
              <a:avLst/>
            </a:prstGeom>
            <a:noFill/>
            <a:ln w="9525" algn="ctr">
              <a:solidFill>
                <a:srgbClr val="000000">
                  <a:alpha val="100000"/>
                </a:srgbClr>
              </a:solidFill>
              <a:miter/>
            </a:ln>
          </p:spPr>
        </p:cxnSp>
        <p:cxnSp>
          <p:nvCxnSpPr>
            <p:cNvPr id="16" name="직선 연결선 15"/>
            <p:cNvCxnSpPr>
              <a:cxnSpLocks noChangeShapeType="1"/>
              <a:stCxn id="7" idx="3"/>
              <a:endCxn id="9" idx="0"/>
            </p:cNvCxnSpPr>
            <p:nvPr/>
          </p:nvCxnSpPr>
          <p:spPr>
            <a:xfrm rot="5400000">
              <a:off x="4064790" y="3077518"/>
              <a:ext cx="515794" cy="472923"/>
            </a:xfrm>
            <a:prstGeom prst="line">
              <a:avLst/>
            </a:prstGeom>
            <a:noFill/>
            <a:ln w="9525" algn="ctr">
              <a:solidFill>
                <a:srgbClr val="000000">
                  <a:alpha val="100000"/>
                </a:srgbClr>
              </a:solidFill>
              <a:miter/>
            </a:ln>
          </p:spPr>
        </p:cxnSp>
        <p:cxnSp>
          <p:nvCxnSpPr>
            <p:cNvPr id="17" name="직선 연결선 16"/>
            <p:cNvCxnSpPr>
              <a:cxnSpLocks noChangeShapeType="1"/>
              <a:stCxn id="7" idx="5"/>
              <a:endCxn id="10" idx="0"/>
            </p:cNvCxnSpPr>
            <p:nvPr/>
          </p:nvCxnSpPr>
          <p:spPr>
            <a:xfrm rot="16200000" flipH="1">
              <a:off x="4799159" y="3098945"/>
              <a:ext cx="515794" cy="430067"/>
            </a:xfrm>
            <a:prstGeom prst="line">
              <a:avLst/>
            </a:prstGeom>
            <a:noFill/>
            <a:ln w="9525" algn="ctr">
              <a:solidFill>
                <a:srgbClr val="000000">
                  <a:alpha val="100000"/>
                </a:srgbClr>
              </a:solidFill>
              <a:miter/>
            </a:ln>
          </p:spPr>
        </p:cxnSp>
        <p:cxnSp>
          <p:nvCxnSpPr>
            <p:cNvPr id="18" name="직선 연결선 37"/>
            <p:cNvCxnSpPr>
              <a:cxnSpLocks noChangeShapeType="1"/>
              <a:stCxn id="8" idx="5"/>
              <a:endCxn id="11" idx="1"/>
            </p:cNvCxnSpPr>
            <p:nvPr/>
          </p:nvCxnSpPr>
          <p:spPr>
            <a:xfrm rot="16200000" flipH="1">
              <a:off x="6910634" y="3202049"/>
              <a:ext cx="574379" cy="282446"/>
            </a:xfrm>
            <a:prstGeom prst="line">
              <a:avLst/>
            </a:prstGeom>
            <a:noFill/>
            <a:ln w="9525" algn="ctr">
              <a:solidFill>
                <a:srgbClr val="000000">
                  <a:alpha val="100000"/>
                </a:srgbClr>
              </a:solidFill>
              <a:miter/>
            </a:ln>
          </p:spPr>
        </p:cxnSp>
        <p:cxnSp>
          <p:nvCxnSpPr>
            <p:cNvPr id="19" name="직선 연결선 39"/>
            <p:cNvCxnSpPr>
              <a:cxnSpLocks noChangeShapeType="1"/>
              <a:endCxn id="12" idx="0"/>
            </p:cNvCxnSpPr>
            <p:nvPr/>
          </p:nvCxnSpPr>
          <p:spPr>
            <a:xfrm rot="16200000" flipH="1">
              <a:off x="6252199" y="3997546"/>
              <a:ext cx="587232" cy="366722"/>
            </a:xfrm>
            <a:prstGeom prst="line">
              <a:avLst/>
            </a:prstGeom>
            <a:noFill/>
            <a:ln w="9525" algn="ctr">
              <a:solidFill>
                <a:srgbClr val="000000">
                  <a:alpha val="100000"/>
                </a:srgbClr>
              </a:solidFill>
              <a:miter/>
            </a:ln>
          </p:spPr>
        </p:cxnSp>
        <p:cxnSp>
          <p:nvCxnSpPr>
            <p:cNvPr id="20" name="직선 연결선 41"/>
            <p:cNvCxnSpPr>
              <a:cxnSpLocks noChangeShapeType="1"/>
              <a:stCxn id="10" idx="4"/>
              <a:endCxn id="13" idx="0"/>
            </p:cNvCxnSpPr>
            <p:nvPr/>
          </p:nvCxnSpPr>
          <p:spPr>
            <a:xfrm rot="5400000">
              <a:off x="4900610" y="4129090"/>
              <a:ext cx="528646" cy="214314"/>
            </a:xfrm>
            <a:prstGeom prst="line">
              <a:avLst/>
            </a:prstGeom>
            <a:noFill/>
            <a:ln w="9525" algn="ctr">
              <a:solidFill>
                <a:srgbClr val="000000">
                  <a:alpha val="100000"/>
                </a:srgbClr>
              </a:solidFill>
              <a:miter/>
            </a:ln>
          </p:spPr>
        </p:cxnSp>
        <p:sp>
          <p:nvSpPr>
            <p:cNvPr id="21" name="타원 9"/>
            <p:cNvSpPr>
              <a:spLocks noChangeArrowheads="1"/>
            </p:cNvSpPr>
            <p:nvPr/>
          </p:nvSpPr>
          <p:spPr>
            <a:xfrm>
              <a:off x="6065468" y="3506624"/>
              <a:ext cx="400047" cy="400048"/>
            </a:xfrm>
            <a:prstGeom prst="ellipse">
              <a:avLst/>
            </a:prstGeom>
            <a:noFill/>
            <a:ln w="9525" algn="ctr">
              <a:solidFill>
                <a:srgbClr val="000000">
                  <a:alpha val="100000"/>
                </a:srgbClr>
              </a:solidFill>
              <a:miter/>
            </a:ln>
          </p:spPr>
          <p:txBody>
            <a:bodyPr wrap="none" anchor="ctr"/>
            <a:p>
              <a:pPr marL="0" indent="0" algn="ctr" defTabSz="914400" rtl="0" eaLnBrk="1" latinLnBrk="1" hangingPunct="1">
                <a:lnSpc>
                  <a:spcPct val="100000"/>
                </a:lnSpc>
                <a:spcBef>
                  <a:spcPct val="0"/>
                </a:spcBef>
                <a:spcAft>
                  <a:spcPct val="0"/>
                </a:spcAft>
                <a:buClrTx/>
                <a:buClr>
                  <a:schemeClr val="folHlink"/>
                </a:buClr>
                <a:buSzPct val="60000"/>
                <a:buFont typeface="Wingdings"/>
                <a:buNone/>
                <a:defRPr/>
              </a:pPr>
              <a:r>
                <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rPr>
                <a:t>6</a:t>
              </a:r>
              <a:endParaRPr xmlns:mc="http://schemas.openxmlformats.org/markup-compatibility/2006" xmlns:hp="http://schemas.haansoft.com/office/presentation/8.0" kumimoji="1" lang="en-US" altLang="ko-KR" sz="2000" b="1" i="0" u="none" strike="noStrike" kern="1200" cap="none" spc="0" normalizeH="0" baseline="0" mc:Ignorable="hp" hp:hslEmbossed="0">
                <a:solidFill>
                  <a:srgbClr val="000000"/>
                </a:solidFill>
                <a:latin typeface="맑은 고딕"/>
                <a:ea typeface="맑은 고딕"/>
                <a:cs typeface="굴림"/>
              </a:endParaRPr>
            </a:p>
          </p:txBody>
        </p:sp>
        <p:cxnSp>
          <p:nvCxnSpPr>
            <p:cNvPr id="22" name="직선 연결선 15"/>
            <p:cNvCxnSpPr>
              <a:cxnSpLocks noChangeShapeType="1"/>
              <a:endCxn id="21" idx="0"/>
            </p:cNvCxnSpPr>
            <p:nvPr/>
          </p:nvCxnSpPr>
          <p:spPr>
            <a:xfrm rot="5400000">
              <a:off x="6244058" y="3012266"/>
              <a:ext cx="515794" cy="472922"/>
            </a:xfrm>
            <a:prstGeom prst="line">
              <a:avLst/>
            </a:prstGeom>
            <a:noFill/>
            <a:ln w="9525" algn="ctr">
              <a:solidFill>
                <a:srgbClr val="000000">
                  <a:alpha val="100000"/>
                </a:srgbClr>
              </a:solidFill>
              <a:miter/>
            </a:ln>
          </p:spPr>
        </p:cxnSp>
      </p:gr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8.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전위 운행</a:t>
            </a:r>
            <a:endParaRPr lang="ko-KR" altLang="en-US"/>
          </a:p>
        </p:txBody>
      </p:sp>
      <p:sp>
        <p:nvSpPr>
          <p:cNvPr id="3" name="내용 개체 틀 2"/>
          <p:cNvSpPr>
            <a:spLocks noGrp="1"/>
          </p:cNvSpPr>
          <p:nvPr>
            <p:ph idx="1"/>
          </p:nvPr>
        </p:nvSpPr>
        <p:spPr/>
        <p:txBody>
          <a:bodyPr/>
          <a:lstStyle/>
          <a:p>
            <a:pPr>
              <a:defRPr/>
            </a:pPr>
            <a:r>
              <a:rPr lang="ko-KR" altLang="en-US"/>
              <a:t>방문 규칙: Root </a:t>
            </a:r>
            <a:r>
              <a:rPr lang="en-US" altLang="ko-KR"/>
              <a:t>-</a:t>
            </a:r>
            <a:r>
              <a:rPr lang="ko-KR" altLang="en-US"/>
              <a:t> 왼쪽 서브트리 </a:t>
            </a:r>
            <a:r>
              <a:rPr lang="en-US" altLang="ko-KR"/>
              <a:t>-</a:t>
            </a:r>
            <a:r>
              <a:rPr lang="ko-KR" altLang="en-US"/>
              <a:t> 오른쪽 서브트리</a:t>
            </a:r>
            <a:endParaRPr lang="ko-KR" altLang="en-US"/>
          </a:p>
          <a:p>
            <a:pPr>
              <a:defRPr/>
            </a:pPr>
            <a:endParaRPr lang="ko-KR" altLang="en-US"/>
          </a:p>
          <a:p>
            <a:pPr>
              <a:defRPr/>
            </a:pPr>
            <a:r>
              <a:rPr lang="ko-KR" altLang="en-US"/>
              <a:t>운행 결과: 5 </a:t>
            </a:r>
            <a:r>
              <a:rPr lang="en-US" altLang="ko-KR"/>
              <a:t>-</a:t>
            </a:r>
            <a:r>
              <a:rPr lang="ko-KR" altLang="en-US"/>
              <a:t> 2 </a:t>
            </a:r>
            <a:r>
              <a:rPr lang="en-US" altLang="ko-KR"/>
              <a:t>-</a:t>
            </a:r>
            <a:r>
              <a:rPr lang="ko-KR" altLang="en-US"/>
              <a:t> 1 </a:t>
            </a:r>
            <a:r>
              <a:rPr lang="en-US" altLang="ko-KR"/>
              <a:t>-</a:t>
            </a:r>
            <a:r>
              <a:rPr lang="ko-KR" altLang="en-US"/>
              <a:t> 4 </a:t>
            </a:r>
            <a:r>
              <a:rPr lang="en-US" altLang="ko-KR"/>
              <a:t>-</a:t>
            </a:r>
            <a:r>
              <a:rPr lang="ko-KR" altLang="en-US"/>
              <a:t> 3 </a:t>
            </a:r>
            <a:r>
              <a:rPr lang="en-US" altLang="ko-KR"/>
              <a:t>-</a:t>
            </a:r>
            <a:r>
              <a:rPr lang="ko-KR" altLang="en-US"/>
              <a:t> 8 </a:t>
            </a:r>
            <a:r>
              <a:rPr lang="en-US" altLang="ko-KR"/>
              <a:t>-</a:t>
            </a:r>
            <a:r>
              <a:rPr lang="ko-KR" altLang="en-US"/>
              <a:t> 6 </a:t>
            </a:r>
            <a:r>
              <a:rPr lang="en-US" altLang="ko-KR"/>
              <a:t>-</a:t>
            </a:r>
            <a:r>
              <a:rPr lang="ko-KR" altLang="en-US"/>
              <a:t> 7 </a:t>
            </a:r>
            <a:r>
              <a:rPr lang="en-US" altLang="ko-KR"/>
              <a:t>-</a:t>
            </a:r>
            <a:r>
              <a:rPr lang="ko-KR" altLang="en-US"/>
              <a:t> 9</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9.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중위 운행</a:t>
            </a:r>
            <a:endParaRPr lang="ko-KR" altLang="en-US"/>
          </a:p>
        </p:txBody>
      </p:sp>
      <p:sp>
        <p:nvSpPr>
          <p:cNvPr id="3" name="내용 개체 틀 2"/>
          <p:cNvSpPr>
            <a:spLocks noGrp="1"/>
          </p:cNvSpPr>
          <p:nvPr>
            <p:ph idx="1"/>
          </p:nvPr>
        </p:nvSpPr>
        <p:spPr/>
        <p:txBody>
          <a:bodyPr/>
          <a:lstStyle/>
          <a:p>
            <a:pPr>
              <a:defRPr/>
            </a:pPr>
            <a:r>
              <a:rPr lang="ko-KR" altLang="en-US"/>
              <a:t>방문 규칙: 왼쪽 서브트리 </a:t>
            </a:r>
            <a:r>
              <a:rPr lang="en-US" altLang="ko-KR"/>
              <a:t>-</a:t>
            </a:r>
            <a:r>
              <a:rPr lang="ko-KR" altLang="en-US"/>
              <a:t> Root </a:t>
            </a:r>
            <a:r>
              <a:rPr lang="en-US" altLang="ko-KR"/>
              <a:t>-</a:t>
            </a:r>
            <a:r>
              <a:rPr lang="ko-KR" altLang="en-US"/>
              <a:t> 오른쪽 서브트리</a:t>
            </a:r>
            <a:endParaRPr lang="ko-KR" altLang="en-US"/>
          </a:p>
          <a:p>
            <a:pPr>
              <a:defRPr/>
            </a:pPr>
            <a:endParaRPr lang="ko-KR" altLang="en-US"/>
          </a:p>
          <a:p>
            <a:pPr>
              <a:defRPr/>
            </a:pPr>
            <a:r>
              <a:rPr lang="ko-KR" altLang="en-US"/>
              <a:t>운행 결과: </a:t>
            </a:r>
            <a:r>
              <a:rPr lang="en-US" altLang="ko-KR"/>
              <a:t>1</a:t>
            </a:r>
            <a:r>
              <a:rPr lang="ko-KR" altLang="en-US"/>
              <a:t> </a:t>
            </a:r>
            <a:r>
              <a:rPr lang="en-US" altLang="ko-KR"/>
              <a:t>-</a:t>
            </a:r>
            <a:r>
              <a:rPr lang="ko-KR" altLang="en-US"/>
              <a:t> 2 </a:t>
            </a:r>
            <a:r>
              <a:rPr lang="en-US" altLang="ko-KR"/>
              <a:t>-</a:t>
            </a:r>
            <a:r>
              <a:rPr lang="ko-KR" altLang="en-US"/>
              <a:t> </a:t>
            </a:r>
            <a:r>
              <a:rPr lang="en-US" altLang="ko-KR"/>
              <a:t>3</a:t>
            </a:r>
            <a:r>
              <a:rPr lang="ko-KR" altLang="en-US"/>
              <a:t> </a:t>
            </a:r>
            <a:r>
              <a:rPr lang="en-US" altLang="ko-KR"/>
              <a:t>-</a:t>
            </a:r>
            <a:r>
              <a:rPr lang="ko-KR" altLang="en-US"/>
              <a:t> 4 </a:t>
            </a:r>
            <a:r>
              <a:rPr lang="en-US" altLang="ko-KR"/>
              <a:t>-</a:t>
            </a:r>
            <a:r>
              <a:rPr lang="ko-KR" altLang="en-US"/>
              <a:t> </a:t>
            </a:r>
            <a:r>
              <a:rPr lang="en-US" altLang="ko-KR"/>
              <a:t>5</a:t>
            </a:r>
            <a:r>
              <a:rPr lang="ko-KR" altLang="en-US"/>
              <a:t> </a:t>
            </a:r>
            <a:r>
              <a:rPr lang="en-US" altLang="ko-KR"/>
              <a:t>-</a:t>
            </a:r>
            <a:r>
              <a:rPr lang="ko-KR" altLang="en-US"/>
              <a:t> </a:t>
            </a:r>
            <a:r>
              <a:rPr lang="en-US" altLang="ko-KR"/>
              <a:t>6</a:t>
            </a:r>
            <a:r>
              <a:rPr lang="ko-KR" altLang="en-US"/>
              <a:t> </a:t>
            </a:r>
            <a:r>
              <a:rPr lang="en-US" altLang="ko-KR"/>
              <a:t>-</a:t>
            </a:r>
            <a:r>
              <a:rPr lang="ko-KR" altLang="en-US"/>
              <a:t> </a:t>
            </a:r>
            <a:r>
              <a:rPr lang="en-US" altLang="ko-KR"/>
              <a:t>7</a:t>
            </a:r>
            <a:r>
              <a:rPr lang="ko-KR" altLang="en-US"/>
              <a:t> </a:t>
            </a:r>
            <a:r>
              <a:rPr lang="en-US" altLang="ko-KR"/>
              <a:t>-</a:t>
            </a:r>
            <a:r>
              <a:rPr lang="ko-KR" altLang="en-US"/>
              <a:t> </a:t>
            </a:r>
            <a:r>
              <a:rPr lang="en-US" altLang="ko-KR"/>
              <a:t>8</a:t>
            </a:r>
            <a:r>
              <a:rPr lang="ko-KR" altLang="en-US"/>
              <a:t> </a:t>
            </a:r>
            <a:r>
              <a:rPr lang="en-US" altLang="ko-KR"/>
              <a:t>-</a:t>
            </a:r>
            <a:r>
              <a:rPr lang="ko-KR" altLang="en-US"/>
              <a:t> 9</a:t>
            </a: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slides/slide10.xml><?xml version="1.0" encoding="utf-8"?>
<p:sld xmlns:r="http://schemas.openxmlformats.org/officeDocument/2006/relationships" xmlns:c="http://schemas.openxmlformats.org/drawingml/2006/chart" xmlns:a="http://schemas.openxmlformats.org/drawingml/2006/main" xmlns:dgm="http://schemas.openxmlformats.org/drawingml/2006/diagram" xmlns:dsp="http://schemas.microsoft.com/office/drawing/2008/diagram"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idx="0"/>
          </p:nvPr>
        </p:nvSpPr>
        <p:spPr/>
        <p:txBody>
          <a:bodyPr/>
          <a:lstStyle/>
          <a:p>
            <a:pPr>
              <a:defRPr/>
            </a:pPr>
            <a:r>
              <a:rPr lang="ko-KR" altLang="en-US"/>
              <a:t>후위 운행</a:t>
            </a:r>
            <a:endParaRPr lang="ko-KR" altLang="en-US"/>
          </a:p>
        </p:txBody>
      </p:sp>
      <p:sp>
        <p:nvSpPr>
          <p:cNvPr id="3" name="내용 개체 틀 2"/>
          <p:cNvSpPr>
            <a:spLocks noGrp="1"/>
          </p:cNvSpPr>
          <p:nvPr>
            <p:ph idx="1"/>
          </p:nvPr>
        </p:nvSpPr>
        <p:spPr/>
        <p:txBody>
          <a:bodyPr/>
          <a:lstStyle/>
          <a:p>
            <a:pPr>
              <a:defRPr/>
            </a:pPr>
            <a:r>
              <a:rPr lang="ko-KR" altLang="en-US"/>
              <a:t>방문 규칙: 왼쪽 서브트리 </a:t>
            </a:r>
            <a:r>
              <a:rPr lang="en-US" altLang="ko-KR"/>
              <a:t>-</a:t>
            </a:r>
            <a:r>
              <a:rPr lang="ko-KR" altLang="en-US"/>
              <a:t> 오른쪽 서브트리 </a:t>
            </a:r>
            <a:r>
              <a:rPr lang="en-US" altLang="ko-KR"/>
              <a:t>-</a:t>
            </a:r>
            <a:r>
              <a:rPr lang="ko-KR" altLang="en-US"/>
              <a:t> Root</a:t>
            </a:r>
            <a:endParaRPr lang="ko-KR" altLang="en-US"/>
          </a:p>
          <a:p>
            <a:pPr>
              <a:defRPr/>
            </a:pPr>
            <a:endParaRPr lang="ko-KR" altLang="en-US"/>
          </a:p>
          <a:p>
            <a:pPr>
              <a:defRPr/>
            </a:pPr>
            <a:r>
              <a:rPr lang="ko-KR" altLang="en-US"/>
              <a:t>운행 결과: 1 </a:t>
            </a:r>
            <a:r>
              <a:rPr lang="en-US" altLang="ko-KR"/>
              <a:t>-</a:t>
            </a:r>
            <a:r>
              <a:rPr lang="ko-KR" altLang="en-US"/>
              <a:t> 3 </a:t>
            </a:r>
            <a:r>
              <a:rPr lang="en-US" altLang="ko-KR"/>
              <a:t>-</a:t>
            </a:r>
            <a:r>
              <a:rPr lang="ko-KR" altLang="en-US"/>
              <a:t> 4 </a:t>
            </a:r>
            <a:r>
              <a:rPr lang="en-US" altLang="ko-KR"/>
              <a:t>-</a:t>
            </a:r>
            <a:r>
              <a:rPr lang="ko-KR" altLang="en-US"/>
              <a:t> 2 </a:t>
            </a:r>
            <a:r>
              <a:rPr lang="en-US" altLang="ko-KR"/>
              <a:t>-</a:t>
            </a:r>
            <a:r>
              <a:rPr lang="ko-KR" altLang="en-US"/>
              <a:t> 7 </a:t>
            </a:r>
            <a:r>
              <a:rPr lang="en-US" altLang="ko-KR"/>
              <a:t>-</a:t>
            </a:r>
            <a:r>
              <a:rPr lang="ko-KR" altLang="en-US"/>
              <a:t> 6 </a:t>
            </a:r>
            <a:r>
              <a:rPr lang="en-US" altLang="ko-KR"/>
              <a:t>-</a:t>
            </a:r>
            <a:r>
              <a:rPr lang="ko-KR" altLang="en-US"/>
              <a:t> 9 </a:t>
            </a:r>
            <a:r>
              <a:rPr lang="en-US" altLang="ko-KR"/>
              <a:t>-</a:t>
            </a:r>
            <a:r>
              <a:rPr lang="ko-KR" altLang="en-US"/>
              <a:t> 8 </a:t>
            </a:r>
            <a:r>
              <a:rPr lang="en-US" altLang="ko-KR"/>
              <a:t>-</a:t>
            </a:r>
            <a:r>
              <a:rPr lang="ko-KR" altLang="en-US"/>
              <a:t> 5</a:t>
            </a:r>
            <a:endParaRPr lang="ko-KR" altLang="en-US"/>
          </a:p>
          <a:p>
            <a:pPr>
              <a:defRPr/>
            </a:pPr>
            <a:endParaRPr lang="ko-KR" altLang="en-US"/>
          </a:p>
          <a:p>
            <a:pPr>
              <a:defRPr/>
            </a:pPr>
            <a:endParaRPr lang="ko-KR" altLang="en-US"/>
          </a:p>
        </p:txBody>
      </p:sp>
    </p:spTree>
  </p:cSld>
  <p:clrMapOvr>
    <a:masterClrMapping/>
  </p:clrMapOvr>
  <mc:AlternateContent xmlns:mc="http://schemas.openxmlformats.org/markup-compatibility/2006">
    <mc:Choice xmlns:p14="http://schemas.microsoft.com/office/powerpoint/2010/main" Requires="p14">
      <p:transition xmlns:mc="http://schemas.openxmlformats.org/markup-compatibility/2006" xmlns:p14="http://schemas.microsoft.com/office/powerpoint/2010/main" mc:Ignorable="p14" p14:dur="500"/>
    </mc:Choice>
    <mc:Fallback>
      <p:transition/>
    </mc:Fallback>
  </mc:AlternateContent>
</p:sld>
</file>

<file path=ppt/theme/theme1.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Yu Gothic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Yu Gothic"/>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a:ln>
        <a:ln w="19050" cap="flat" cmpd="sng" algn="ctr">
          <a:solidFill>
            <a:schemeClr val="phClr"/>
          </a:solidFill>
          <a:prstDash val="solid"/>
          <a:miter/>
        </a:ln>
        <a:ln w="25400" cap="flat" cmpd="sng" algn="ctr">
          <a:solidFill>
            <a:schemeClr val="phClr"/>
          </a:solidFill>
          <a:prstDash val="solid"/>
          <a:miter/>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a:lstStyle/>
      <a:style>
        <a:lnRef idx="2">
          <a:schemeClr val="accent1">
            <a:shade val="20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bodyPr/>
      <a:lstStyle/>
    </a:txDef>
  </a:objectDefaults>
</a:theme>
</file>

<file path=ppt/theme/theme2.xml><?xml version="1.0" encoding="utf-8"?>
<a:theme xmlns:r="http://schemas.openxmlformats.org/officeDocument/2006/relationships" xmlns:c="http://schemas.openxmlformats.org/drawingml/2006/chart" xmlns:dgm="http://schemas.openxmlformats.org/drawingml/2006/diagram" xmlns:dsp="http://schemas.microsoft.com/office/drawing/2008/diagram" xmlns:a="http://schemas.openxmlformats.org/drawingml/2006/main" xmlns:pic="http://schemas.openxmlformats.org/drawingml/2006/picture" xmlns:wp="http://schemas.openxmlformats.org/drawingml/2006/wordprocessingDrawing" xmlns:xdr="http://schemas.openxmlformats.org/drawingml/2006/spreadsheetDrawing" xmlns:lc="http://schemas.openxmlformats.org/drawingml/2006/lockedCanvas" xmlns:p="http://schemas.openxmlformats.org/presentationml/2006/main" name="파스텔톤">
  <a:themeElements>
    <a:clrScheme name="파스텔톤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파스텔톤">
      <a:majorFont>
        <a:latin typeface="굴림"/>
        <a:ea typeface="굴림"/>
        <a:cs typeface=""/>
      </a:majorFont>
      <a:minorFont>
        <a:latin typeface="굴림"/>
        <a:ea typeface="굴림"/>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38100" cap="flat" cmpd="sng" algn="ctr">
          <a:solidFill>
            <a:srgbClr val="ff0000"/>
          </a:solidFill>
          <a:prstDash val="solid"/>
          <a:round/>
          <a:headEnd w="med" len="med"/>
          <a:tailEnd type="triangle" w="med" len="med"/>
        </a:ln>
        <a:effectLst/>
      </a:spPr>
      <a:bodyPr vert="horz" wrap="square" lIns="91440" tIns="45720" rIns="91440" bIns="45720" numCol="1" rtlCol="0" anchor="t" anchorCtr="0" compatLnSpc="1">
        <a:prstTxWarp prst="textNoShape">
          <a:avLst/>
        </a:prstTxWarp>
      </a:bodyPr>
      <a:lstStyle>
        <a:defPPr marL="0" marR="0" indent="0" algn="l" defTabSz="914400" rtl="0" eaLnBrk="1" fontAlgn="base" latinLnBrk="1" hangingPunct="1">
          <a:lnSpc>
            <a:spcPct val="100000"/>
          </a:lnSpc>
          <a:spcBef>
            <a:spcPct val="0"/>
          </a:spcBef>
          <a:spcAft>
            <a:spcPct val="0"/>
          </a:spcAft>
          <a:buClrTx/>
          <a:buFontTx/>
          <a:buNone/>
          <a:defRPr kumimoji="1" sz="1800" b="0" i="0" u="none" strike="noStrike" cap="none" normalizeH="0" baseline="0" smtClean="0">
            <a:solidFill>
              <a:schemeClr val="tx1"/>
            </a:solidFill>
            <a:effectLst/>
            <a:latin typeface="굴림"/>
            <a:ea typeface="굴림"/>
          </a:defRPr>
        </a:defPPr>
      </a:lstStyle>
    </a:spDef>
    <a:lnDef>
      <a:spPr>
        <a:solidFill>
          <a:srgbClr val="99ff33"/>
        </a:solidFill>
        <a:ln w="38100" cap="flat" cmpd="sng" algn="ctr">
          <a:solidFill>
            <a:srgbClr val="ff0000"/>
          </a:solidFill>
          <a:prstDash val="solid"/>
          <a:round/>
          <a:headEnd w="med" len="med"/>
          <a:tailEnd w="med" len="med"/>
        </a:ln>
        <a:effectLst/>
      </a:spPr>
      <a:bodyPr/>
      <a:lstStyle/>
    </a:lnDef>
    <a:txDef>
      <a:spPr>
        <a:noFill/>
      </a:spPr>
      <a:bodyPr wrap="none" rtlCol="0">
        <a:spAutoFit/>
      </a:bodyPr>
      <a:lstStyle>
        <a:defPPr algn="l">
          <a:defRPr sz="2000" b="1" dirty="0" smtClean="0">
            <a:solidFill>
              <a:srgbClr val="ff0000"/>
            </a:solidFill>
            <a:latin typeface="맑은 고딕"/>
            <a:ea typeface="맑은 고딕"/>
          </a:defRPr>
        </a:defPPr>
      </a:lstStyle>
    </a:txDef>
  </a:objectDefaults>
</a:theme>
</file>

<file path=docProps/app.xml><?xml version="1.0" encoding="utf-8"?>
<ep:Properties xmlns:r="http://schemas.openxmlformats.org/officeDocument/2006/relationships" xmlns:ep="http://schemas.openxmlformats.org/officeDocument/2006/extended-properties" xmlns:vt="http://schemas.openxmlformats.org/officeDocument/2006/docPropsVTypes">
  <ep:Manager/>
  <ep:Company/>
  <ep:Words>410</ep:Words>
  <ep:PresentationFormat>와이드스크린</ep:PresentationFormat>
  <ep:Paragraphs>35</ep:Paragraphs>
  <ep:Slides>10</ep:Slides>
  <ep:Notes>0</ep:Notes>
  <ep:TotalTime>0</ep:TotalTime>
  <ep:HiddenSlides>0</ep:HiddenSlides>
  <ep:MMClips>0</ep:MMClips>
  <ep:HeadingPairs>
    <vt:vector size="4" baseType="variant">
      <vt:variant>
        <vt:lpstr>테마</vt:lpstr>
      </vt:variant>
      <vt:variant>
        <vt:i4>2</vt:i4>
      </vt:variant>
      <vt:variant>
        <vt:lpstr>슬라이드 제목</vt:lpstr>
      </vt:variant>
      <vt:variant>
        <vt:i4>10</vt:i4>
      </vt:variant>
    </vt:vector>
  </ep:HeadingPairs>
  <ep:TitlesOfParts>
    <vt:vector size="12" baseType="lpstr">
      <vt:lpstr>Office 테마</vt:lpstr>
      <vt:lpstr>파스텔톤</vt:lpstr>
      <vt:lpstr>슬라이드 1</vt:lpstr>
      <vt:lpstr>연습문제1</vt:lpstr>
      <vt:lpstr>전위 운행</vt:lpstr>
      <vt:lpstr>중위 운행</vt:lpstr>
      <vt:lpstr>후위 운행</vt:lpstr>
      <vt:lpstr>연습문제2</vt:lpstr>
      <vt:lpstr>연습문제 2 이진 트리</vt:lpstr>
      <vt:lpstr>전위 운행</vt:lpstr>
      <vt:lpstr>중위 운행</vt:lpstr>
      <vt:lpstr>후위 운행</vt:lpstr>
    </vt:vector>
  </ep:TitlesOfParts>
  <ep:HyperlinkBase/>
  <ep:Application>Show</ep:Application>
  <ep:AppVersion>12.0000</ep:AppVersion>
</ep:Properties>
</file>

<file path=docProps/core.xml><?xml version="1.0" encoding="utf-8"?>
<cp:coreProperties xmlns:r="http://schemas.openxmlformats.org/officeDocument/2006/relationships" xmlns:cp="http://schemas.openxmlformats.org/package/2006/metadata/core-properties" xmlns:dc="http://purl.org/dc/elements/1.1/" xmlns:dcterms="http://purl.org/dc/terms/" xmlns:dcmitype="http://purl.org/dc/dcmitype/" xmlns:xsi="http://www.w3.org/2001/XMLSchema-instance">
  <dcterms:created xsi:type="dcterms:W3CDTF">2026-08-19T02:30:57.000</dcterms:created>
  <dc:creator>경미 문</dc:creator>
  <cp:lastModifiedBy>PC</cp:lastModifiedBy>
  <dcterms:modified xsi:type="dcterms:W3CDTF">2026-08-19T04:07:16.254</dcterms:modified>
  <cp:revision>19</cp:revision>
  <cp:version/>
</cp:coreProperties>
</file>

<file path=docProps/custom.xml><?xml version="1.0" encoding="utf-8"?>
<cfp:Properties xmlns:r="http://schemas.openxmlformats.org/officeDocument/2006/relationships" xmlns:cfp="http://schemas.openxmlformats.org/officeDocument/2006/custom-properties" xmlns:vt="http://schemas.openxmlformats.org/officeDocument/2006/docPropsVTypes"/>
</file>