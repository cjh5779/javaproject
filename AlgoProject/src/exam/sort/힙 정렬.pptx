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719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presProps" Target="presProps.xml"  /><Relationship Id="rId6" Type="http://schemas.openxmlformats.org/officeDocument/2006/relationships/viewProps" Target="viewProps.xml"  /><Relationship Id="rId7" Type="http://schemas.openxmlformats.org/officeDocument/2006/relationships/theme" Target="theme/theme1.xml"  /><Relationship Id="rId8" Type="http://schemas.openxmlformats.org/officeDocument/2006/relationships/tableStyles" Target="tableStyle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1403785" y="800265"/>
            <a:ext cx="525518" cy="36609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2</a:t>
            </a:r>
            <a:endParaRPr lang="en-US" altLang="ko-KR"/>
          </a:p>
        </p:txBody>
      </p:sp>
      <p:cxnSp>
        <p:nvCxnSpPr>
          <p:cNvPr id="10" name=""/>
          <p:cNvCxnSpPr/>
          <p:nvPr/>
        </p:nvCxnSpPr>
        <p:spPr>
          <a:xfrm rot="5400000">
            <a:off x="1060886" y="1241438"/>
            <a:ext cx="457200" cy="3612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"/>
          <p:cNvSpPr txBox="1"/>
          <p:nvPr/>
        </p:nvSpPr>
        <p:spPr>
          <a:xfrm>
            <a:off x="849693" y="1650684"/>
            <a:ext cx="525518" cy="366711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4</a:t>
            </a:r>
            <a:endParaRPr lang="en-US" altLang="ko-KR"/>
          </a:p>
        </p:txBody>
      </p:sp>
      <p:sp>
        <p:nvSpPr>
          <p:cNvPr id="13" name=""/>
          <p:cNvSpPr txBox="1"/>
          <p:nvPr/>
        </p:nvSpPr>
        <p:spPr>
          <a:xfrm>
            <a:off x="1929303" y="1650684"/>
            <a:ext cx="525518" cy="366711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5</a:t>
            </a:r>
            <a:endParaRPr lang="en-US" altLang="ko-KR"/>
          </a:p>
        </p:txBody>
      </p:sp>
      <p:sp>
        <p:nvSpPr>
          <p:cNvPr id="19" name=""/>
          <p:cNvSpPr txBox="1"/>
          <p:nvPr/>
        </p:nvSpPr>
        <p:spPr>
          <a:xfrm>
            <a:off x="446687" y="252048"/>
            <a:ext cx="4689915" cy="365172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add(2), add(4), add(5)</a:t>
            </a:r>
            <a:endParaRPr lang="en-US" altLang="ko-KR"/>
          </a:p>
        </p:txBody>
      </p:sp>
      <p:sp>
        <p:nvSpPr>
          <p:cNvPr id="23" name=""/>
          <p:cNvSpPr txBox="1"/>
          <p:nvPr/>
        </p:nvSpPr>
        <p:spPr>
          <a:xfrm>
            <a:off x="7175610" y="617220"/>
            <a:ext cx="525518" cy="36609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2</a:t>
            </a:r>
            <a:endParaRPr lang="en-US" altLang="ko-KR"/>
          </a:p>
        </p:txBody>
      </p:sp>
      <p:cxnSp>
        <p:nvCxnSpPr>
          <p:cNvPr id="24" name=""/>
          <p:cNvCxnSpPr/>
          <p:nvPr/>
        </p:nvCxnSpPr>
        <p:spPr>
          <a:xfrm rot="5400000">
            <a:off x="6918436" y="1058393"/>
            <a:ext cx="457200" cy="3612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"/>
          <p:cNvCxnSpPr>
            <a:stCxn id="23" idx="2"/>
          </p:cNvCxnSpPr>
          <p:nvPr/>
        </p:nvCxnSpPr>
        <p:spPr>
          <a:xfrm rot="16200000" flipH="1">
            <a:off x="7313297" y="1108382"/>
            <a:ext cx="484329" cy="2341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"/>
          <p:cNvSpPr txBox="1"/>
          <p:nvPr/>
        </p:nvSpPr>
        <p:spPr>
          <a:xfrm>
            <a:off x="6621518" y="1467639"/>
            <a:ext cx="525518" cy="364644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4</a:t>
            </a:r>
            <a:endParaRPr lang="en-US" altLang="ko-KR"/>
          </a:p>
        </p:txBody>
      </p:sp>
      <p:sp>
        <p:nvSpPr>
          <p:cNvPr id="27" name=""/>
          <p:cNvSpPr txBox="1"/>
          <p:nvPr/>
        </p:nvSpPr>
        <p:spPr>
          <a:xfrm>
            <a:off x="7541174" y="1467639"/>
            <a:ext cx="525518" cy="364644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5</a:t>
            </a:r>
            <a:endParaRPr lang="en-US" altLang="ko-KR"/>
          </a:p>
        </p:txBody>
      </p:sp>
      <p:sp>
        <p:nvSpPr>
          <p:cNvPr id="28" name=""/>
          <p:cNvSpPr txBox="1"/>
          <p:nvPr/>
        </p:nvSpPr>
        <p:spPr>
          <a:xfrm>
            <a:off x="6096000" y="252048"/>
            <a:ext cx="2808234" cy="365172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add(3)</a:t>
            </a:r>
            <a:endParaRPr lang="en-US" altLang="ko-KR"/>
          </a:p>
        </p:txBody>
      </p:sp>
      <p:cxnSp>
        <p:nvCxnSpPr>
          <p:cNvPr id="29" name=""/>
          <p:cNvCxnSpPr/>
          <p:nvPr/>
        </p:nvCxnSpPr>
        <p:spPr>
          <a:xfrm rot="16200000" flipH="1" flipV="1">
            <a:off x="2305707" y="3428999"/>
            <a:ext cx="68580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"/>
          <p:cNvCxnSpPr/>
          <p:nvPr/>
        </p:nvCxnSpPr>
        <p:spPr>
          <a:xfrm rot="5400000">
            <a:off x="6212271" y="1880237"/>
            <a:ext cx="457200" cy="3612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"/>
          <p:cNvCxnSpPr/>
          <p:nvPr/>
        </p:nvCxnSpPr>
        <p:spPr>
          <a:xfrm rot="16200000" flipH="1">
            <a:off x="6736542" y="1912455"/>
            <a:ext cx="484329" cy="2341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"/>
          <p:cNvSpPr txBox="1"/>
          <p:nvPr/>
        </p:nvSpPr>
        <p:spPr>
          <a:xfrm>
            <a:off x="6096000" y="2424834"/>
            <a:ext cx="525518" cy="364644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7</a:t>
            </a:r>
            <a:endParaRPr lang="en-US" altLang="ko-KR"/>
          </a:p>
        </p:txBody>
      </p:sp>
      <p:sp>
        <p:nvSpPr>
          <p:cNvPr id="33" name=""/>
          <p:cNvSpPr txBox="1"/>
          <p:nvPr/>
        </p:nvSpPr>
        <p:spPr>
          <a:xfrm>
            <a:off x="7015656" y="2424834"/>
            <a:ext cx="525518" cy="364644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3</a:t>
            </a:r>
            <a:endParaRPr lang="en-US" altLang="ko-KR"/>
          </a:p>
        </p:txBody>
      </p:sp>
      <p:cxnSp>
        <p:nvCxnSpPr>
          <p:cNvPr id="34" name=""/>
          <p:cNvCxnSpPr>
            <a:stCxn id="9" idx="2"/>
          </p:cNvCxnSpPr>
          <p:nvPr/>
        </p:nvCxnSpPr>
        <p:spPr>
          <a:xfrm rot="16200000" flipH="1">
            <a:off x="1555759" y="1277140"/>
            <a:ext cx="484329" cy="2627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"/>
          <p:cNvSpPr txBox="1"/>
          <p:nvPr/>
        </p:nvSpPr>
        <p:spPr>
          <a:xfrm>
            <a:off x="1375211" y="3611586"/>
            <a:ext cx="525518" cy="36609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2</a:t>
            </a:r>
            <a:endParaRPr lang="en-US" altLang="ko-KR"/>
          </a:p>
        </p:txBody>
      </p:sp>
      <p:cxnSp>
        <p:nvCxnSpPr>
          <p:cNvPr id="36" name=""/>
          <p:cNvCxnSpPr/>
          <p:nvPr/>
        </p:nvCxnSpPr>
        <p:spPr>
          <a:xfrm rot="5400000">
            <a:off x="1032312" y="4052759"/>
            <a:ext cx="457200" cy="3612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"/>
          <p:cNvSpPr txBox="1"/>
          <p:nvPr/>
        </p:nvSpPr>
        <p:spPr>
          <a:xfrm>
            <a:off x="821118" y="4462004"/>
            <a:ext cx="525518" cy="366711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4</a:t>
            </a:r>
            <a:endParaRPr lang="en-US" altLang="ko-KR"/>
          </a:p>
        </p:txBody>
      </p:sp>
      <p:sp>
        <p:nvSpPr>
          <p:cNvPr id="38" name=""/>
          <p:cNvSpPr txBox="1"/>
          <p:nvPr/>
        </p:nvSpPr>
        <p:spPr>
          <a:xfrm>
            <a:off x="1900729" y="4462005"/>
            <a:ext cx="525518" cy="366711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5</a:t>
            </a:r>
            <a:endParaRPr lang="en-US" altLang="ko-KR"/>
          </a:p>
        </p:txBody>
      </p:sp>
      <p:cxnSp>
        <p:nvCxnSpPr>
          <p:cNvPr id="39" name=""/>
          <p:cNvCxnSpPr>
            <a:stCxn id="35" idx="2"/>
          </p:cNvCxnSpPr>
          <p:nvPr/>
        </p:nvCxnSpPr>
        <p:spPr>
          <a:xfrm rot="16200000" flipH="1">
            <a:off x="1527185" y="4088461"/>
            <a:ext cx="484329" cy="2627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"/>
          <p:cNvSpPr txBox="1"/>
          <p:nvPr/>
        </p:nvSpPr>
        <p:spPr>
          <a:xfrm>
            <a:off x="418112" y="3246414"/>
            <a:ext cx="4689915" cy="365172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add(7)</a:t>
            </a:r>
            <a:endParaRPr lang="en-US" altLang="ko-KR"/>
          </a:p>
        </p:txBody>
      </p:sp>
      <p:cxnSp>
        <p:nvCxnSpPr>
          <p:cNvPr id="41" name=""/>
          <p:cNvCxnSpPr/>
          <p:nvPr/>
        </p:nvCxnSpPr>
        <p:spPr>
          <a:xfrm rot="5400000">
            <a:off x="592518" y="4876670"/>
            <a:ext cx="457200" cy="3612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"/>
          <p:cNvSpPr txBox="1"/>
          <p:nvPr/>
        </p:nvSpPr>
        <p:spPr>
          <a:xfrm>
            <a:off x="381324" y="5285915"/>
            <a:ext cx="525518" cy="366711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7</a:t>
            </a:r>
            <a:endParaRPr lang="en-US" altLang="ko-KR"/>
          </a:p>
        </p:txBody>
      </p:sp>
      <p:cxnSp>
        <p:nvCxnSpPr>
          <p:cNvPr id="43" name=""/>
          <p:cNvCxnSpPr/>
          <p:nvPr/>
        </p:nvCxnSpPr>
        <p:spPr>
          <a:xfrm>
            <a:off x="8247336" y="1649961"/>
            <a:ext cx="914400" cy="7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"/>
          <p:cNvSpPr txBox="1"/>
          <p:nvPr/>
        </p:nvSpPr>
        <p:spPr>
          <a:xfrm>
            <a:off x="10460094" y="617220"/>
            <a:ext cx="525518" cy="36609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2</a:t>
            </a:r>
            <a:endParaRPr lang="en-US" altLang="ko-KR"/>
          </a:p>
        </p:txBody>
      </p:sp>
      <p:cxnSp>
        <p:nvCxnSpPr>
          <p:cNvPr id="45" name=""/>
          <p:cNvCxnSpPr/>
          <p:nvPr/>
        </p:nvCxnSpPr>
        <p:spPr>
          <a:xfrm rot="5400000">
            <a:off x="10202920" y="1058393"/>
            <a:ext cx="457200" cy="3612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"/>
          <p:cNvCxnSpPr>
            <a:stCxn id="44" idx="2"/>
          </p:cNvCxnSpPr>
          <p:nvPr/>
        </p:nvCxnSpPr>
        <p:spPr>
          <a:xfrm rot="16200000" flipH="1">
            <a:off x="10597780" y="1108382"/>
            <a:ext cx="484329" cy="2341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"/>
          <p:cNvSpPr txBox="1"/>
          <p:nvPr/>
        </p:nvSpPr>
        <p:spPr>
          <a:xfrm>
            <a:off x="9906002" y="1467639"/>
            <a:ext cx="525518" cy="364644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3</a:t>
            </a:r>
            <a:endParaRPr lang="en-US" altLang="ko-KR"/>
          </a:p>
        </p:txBody>
      </p:sp>
      <p:sp>
        <p:nvSpPr>
          <p:cNvPr id="48" name=""/>
          <p:cNvSpPr txBox="1"/>
          <p:nvPr/>
        </p:nvSpPr>
        <p:spPr>
          <a:xfrm>
            <a:off x="10825658" y="1467639"/>
            <a:ext cx="525518" cy="364644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5</a:t>
            </a:r>
            <a:endParaRPr lang="en-US" altLang="ko-KR"/>
          </a:p>
        </p:txBody>
      </p:sp>
      <p:cxnSp>
        <p:nvCxnSpPr>
          <p:cNvPr id="49" name=""/>
          <p:cNvCxnSpPr/>
          <p:nvPr/>
        </p:nvCxnSpPr>
        <p:spPr>
          <a:xfrm rot="5400000">
            <a:off x="9496755" y="1880237"/>
            <a:ext cx="457200" cy="3612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"/>
          <p:cNvCxnSpPr/>
          <p:nvPr/>
        </p:nvCxnSpPr>
        <p:spPr>
          <a:xfrm rot="16200000" flipH="1">
            <a:off x="10011500" y="1912455"/>
            <a:ext cx="484329" cy="2341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"/>
          <p:cNvSpPr txBox="1"/>
          <p:nvPr/>
        </p:nvSpPr>
        <p:spPr>
          <a:xfrm>
            <a:off x="9380484" y="2424834"/>
            <a:ext cx="525518" cy="364644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7</a:t>
            </a:r>
            <a:endParaRPr lang="en-US" altLang="ko-KR"/>
          </a:p>
        </p:txBody>
      </p:sp>
      <p:sp>
        <p:nvSpPr>
          <p:cNvPr id="52" name=""/>
          <p:cNvSpPr txBox="1"/>
          <p:nvPr/>
        </p:nvSpPr>
        <p:spPr>
          <a:xfrm>
            <a:off x="10300140" y="2424834"/>
            <a:ext cx="525518" cy="364644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4</a:t>
            </a:r>
            <a:endParaRPr lang="en-US" altLang="ko-KR"/>
          </a:p>
        </p:txBody>
      </p:sp>
      <p:sp>
        <p:nvSpPr>
          <p:cNvPr id="53" name=""/>
          <p:cNvSpPr txBox="1"/>
          <p:nvPr/>
        </p:nvSpPr>
        <p:spPr>
          <a:xfrm>
            <a:off x="9161736" y="252048"/>
            <a:ext cx="2808234" cy="365172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/>
              <a:t>정렬</a:t>
            </a:r>
            <a:endParaRPr lang="ko-KR" altLang="en-US"/>
          </a:p>
        </p:txBody>
      </p:sp>
      <p:sp>
        <p:nvSpPr>
          <p:cNvPr id="54" name=""/>
          <p:cNvSpPr txBox="1"/>
          <p:nvPr/>
        </p:nvSpPr>
        <p:spPr>
          <a:xfrm>
            <a:off x="7367751" y="3794172"/>
            <a:ext cx="525518" cy="36609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2</a:t>
            </a:r>
            <a:endParaRPr lang="en-US" altLang="ko-KR"/>
          </a:p>
        </p:txBody>
      </p:sp>
      <p:cxnSp>
        <p:nvCxnSpPr>
          <p:cNvPr id="55" name=""/>
          <p:cNvCxnSpPr/>
          <p:nvPr/>
        </p:nvCxnSpPr>
        <p:spPr>
          <a:xfrm rot="5400000">
            <a:off x="7110577" y="4235345"/>
            <a:ext cx="457200" cy="3612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"/>
          <p:cNvCxnSpPr>
            <a:stCxn id="54" idx="2"/>
          </p:cNvCxnSpPr>
          <p:nvPr/>
        </p:nvCxnSpPr>
        <p:spPr>
          <a:xfrm rot="16200000" flipH="1">
            <a:off x="7505438" y="4285335"/>
            <a:ext cx="484329" cy="2341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"/>
          <p:cNvSpPr txBox="1"/>
          <p:nvPr/>
        </p:nvSpPr>
        <p:spPr>
          <a:xfrm>
            <a:off x="6813659" y="4644591"/>
            <a:ext cx="525518" cy="364644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3</a:t>
            </a:r>
            <a:endParaRPr lang="en-US" altLang="ko-KR"/>
          </a:p>
        </p:txBody>
      </p:sp>
      <p:sp>
        <p:nvSpPr>
          <p:cNvPr id="58" name=""/>
          <p:cNvSpPr txBox="1"/>
          <p:nvPr/>
        </p:nvSpPr>
        <p:spPr>
          <a:xfrm>
            <a:off x="7733315" y="4644591"/>
            <a:ext cx="525518" cy="364644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5</a:t>
            </a:r>
            <a:endParaRPr lang="en-US" altLang="ko-KR"/>
          </a:p>
        </p:txBody>
      </p:sp>
      <p:cxnSp>
        <p:nvCxnSpPr>
          <p:cNvPr id="59" name=""/>
          <p:cNvCxnSpPr/>
          <p:nvPr/>
        </p:nvCxnSpPr>
        <p:spPr>
          <a:xfrm rot="5400000">
            <a:off x="6404412" y="5057189"/>
            <a:ext cx="457200" cy="3612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"/>
          <p:cNvCxnSpPr/>
          <p:nvPr/>
        </p:nvCxnSpPr>
        <p:spPr>
          <a:xfrm rot="16200000" flipH="1">
            <a:off x="6919158" y="5089407"/>
            <a:ext cx="484329" cy="2341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"/>
          <p:cNvSpPr txBox="1"/>
          <p:nvPr/>
        </p:nvSpPr>
        <p:spPr>
          <a:xfrm>
            <a:off x="6288141" y="5601786"/>
            <a:ext cx="525518" cy="364644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7</a:t>
            </a:r>
            <a:endParaRPr lang="en-US" altLang="ko-KR"/>
          </a:p>
        </p:txBody>
      </p:sp>
      <p:sp>
        <p:nvSpPr>
          <p:cNvPr id="62" name=""/>
          <p:cNvSpPr txBox="1"/>
          <p:nvPr/>
        </p:nvSpPr>
        <p:spPr>
          <a:xfrm>
            <a:off x="7207797" y="5601786"/>
            <a:ext cx="525518" cy="364644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4</a:t>
            </a:r>
            <a:endParaRPr lang="en-US" altLang="ko-KR"/>
          </a:p>
        </p:txBody>
      </p:sp>
      <p:sp>
        <p:nvSpPr>
          <p:cNvPr id="63" name=""/>
          <p:cNvSpPr txBox="1"/>
          <p:nvPr/>
        </p:nvSpPr>
        <p:spPr>
          <a:xfrm>
            <a:off x="6069393" y="3429000"/>
            <a:ext cx="2808234" cy="365172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add(10), add(8)</a:t>
            </a:r>
            <a:endParaRPr lang="en-US" altLang="ko-KR"/>
          </a:p>
        </p:txBody>
      </p:sp>
      <p:cxnSp>
        <p:nvCxnSpPr>
          <p:cNvPr id="64" name=""/>
          <p:cNvCxnSpPr/>
          <p:nvPr/>
        </p:nvCxnSpPr>
        <p:spPr>
          <a:xfrm rot="5400000">
            <a:off x="7563241" y="5193597"/>
            <a:ext cx="460036" cy="913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"/>
          <p:cNvCxnSpPr/>
          <p:nvPr/>
        </p:nvCxnSpPr>
        <p:spPr>
          <a:xfrm rot="16200000" flipH="1">
            <a:off x="8090079" y="5089406"/>
            <a:ext cx="484329" cy="2341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"/>
          <p:cNvSpPr txBox="1"/>
          <p:nvPr/>
        </p:nvSpPr>
        <p:spPr>
          <a:xfrm>
            <a:off x="7689633" y="5601786"/>
            <a:ext cx="525518" cy="364644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10</a:t>
            </a:r>
            <a:endParaRPr lang="en-US" altLang="ko-KR"/>
          </a:p>
        </p:txBody>
      </p:sp>
      <p:sp>
        <p:nvSpPr>
          <p:cNvPr id="67" name=""/>
          <p:cNvSpPr txBox="1"/>
          <p:nvPr/>
        </p:nvSpPr>
        <p:spPr>
          <a:xfrm>
            <a:off x="8378716" y="5601786"/>
            <a:ext cx="525518" cy="364644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8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1753015" y="719435"/>
            <a:ext cx="525518" cy="36609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2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cxnSp>
        <p:nvCxnSpPr>
          <p:cNvPr id="5" name=""/>
          <p:cNvCxnSpPr/>
          <p:nvPr/>
        </p:nvCxnSpPr>
        <p:spPr>
          <a:xfrm rot="5400000">
            <a:off x="1495841" y="1160608"/>
            <a:ext cx="457200" cy="361292"/>
          </a:xfrm>
          <a:prstGeom prst="line">
            <a:avLst/>
          </a:prstGeom>
          <a:noFill/>
          <a:ln w="12700" cap="flat" cmpd="sng" algn="ctr">
            <a:solidFill>
              <a:srgbClr val="5e81d9">
                <a:alpha val="100000"/>
              </a:srgbClr>
            </a:solidFill>
            <a:prstDash val="solid"/>
          </a:ln>
        </p:spPr>
      </p:cxnSp>
      <p:cxnSp>
        <p:nvCxnSpPr>
          <p:cNvPr id="6" name=""/>
          <p:cNvCxnSpPr>
            <a:stCxn id="4" idx="2"/>
          </p:cNvCxnSpPr>
          <p:nvPr/>
        </p:nvCxnSpPr>
        <p:spPr>
          <a:xfrm rot="16200000" flipH="1">
            <a:off x="1890701" y="1210598"/>
            <a:ext cx="484329" cy="234185"/>
          </a:xfrm>
          <a:prstGeom prst="line">
            <a:avLst/>
          </a:prstGeom>
          <a:noFill/>
          <a:ln w="12700" cap="flat" cmpd="sng" algn="ctr">
            <a:solidFill>
              <a:srgbClr val="5e81d9">
                <a:alpha val="100000"/>
              </a:srgbClr>
            </a:solidFill>
            <a:prstDash val="solid"/>
          </a:ln>
        </p:spPr>
      </p:cxnSp>
      <p:sp>
        <p:nvSpPr>
          <p:cNvPr id="7" name=""/>
          <p:cNvSpPr txBox="1"/>
          <p:nvPr/>
        </p:nvSpPr>
        <p:spPr>
          <a:xfrm>
            <a:off x="1198923" y="1569854"/>
            <a:ext cx="525518" cy="364644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3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2118579" y="1569854"/>
            <a:ext cx="525518" cy="364644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5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cxnSp>
        <p:nvCxnSpPr>
          <p:cNvPr id="9" name=""/>
          <p:cNvCxnSpPr/>
          <p:nvPr/>
        </p:nvCxnSpPr>
        <p:spPr>
          <a:xfrm rot="5400000">
            <a:off x="789676" y="1982452"/>
            <a:ext cx="457200" cy="361292"/>
          </a:xfrm>
          <a:prstGeom prst="line">
            <a:avLst/>
          </a:prstGeom>
          <a:noFill/>
          <a:ln w="12700" cap="flat" cmpd="sng" algn="ctr">
            <a:solidFill>
              <a:srgbClr val="5e81d9">
                <a:alpha val="100000"/>
              </a:srgbClr>
            </a:solidFill>
            <a:prstDash val="solid"/>
          </a:ln>
        </p:spPr>
      </p:cxnSp>
      <p:cxnSp>
        <p:nvCxnSpPr>
          <p:cNvPr id="10" name=""/>
          <p:cNvCxnSpPr/>
          <p:nvPr/>
        </p:nvCxnSpPr>
        <p:spPr>
          <a:xfrm rot="16200000" flipH="1">
            <a:off x="1304421" y="2014670"/>
            <a:ext cx="484329" cy="234185"/>
          </a:xfrm>
          <a:prstGeom prst="line">
            <a:avLst/>
          </a:prstGeom>
          <a:noFill/>
          <a:ln w="12700" cap="flat" cmpd="sng" algn="ctr">
            <a:solidFill>
              <a:srgbClr val="5e81d9">
                <a:alpha val="100000"/>
              </a:srgbClr>
            </a:solidFill>
            <a:prstDash val="solid"/>
          </a:ln>
        </p:spPr>
      </p:cxnSp>
      <p:sp>
        <p:nvSpPr>
          <p:cNvPr id="11" name=""/>
          <p:cNvSpPr txBox="1"/>
          <p:nvPr/>
        </p:nvSpPr>
        <p:spPr>
          <a:xfrm>
            <a:off x="673405" y="2527049"/>
            <a:ext cx="525518" cy="364644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7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1593061" y="2527049"/>
            <a:ext cx="525518" cy="364644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4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454657" y="354263"/>
            <a:ext cx="2808234" cy="365172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add(1)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cxnSp>
        <p:nvCxnSpPr>
          <p:cNvPr id="14" name=""/>
          <p:cNvCxnSpPr/>
          <p:nvPr/>
        </p:nvCxnSpPr>
        <p:spPr>
          <a:xfrm rot="5400000">
            <a:off x="1948504" y="2118861"/>
            <a:ext cx="460036" cy="91311"/>
          </a:xfrm>
          <a:prstGeom prst="line">
            <a:avLst/>
          </a:prstGeom>
          <a:noFill/>
          <a:ln w="12700" cap="flat" cmpd="sng" algn="ctr">
            <a:solidFill>
              <a:srgbClr val="5e81d9">
                <a:alpha val="100000"/>
              </a:srgbClr>
            </a:solidFill>
            <a:prstDash val="solid"/>
          </a:ln>
        </p:spPr>
      </p:cxnSp>
      <p:cxnSp>
        <p:nvCxnSpPr>
          <p:cNvPr id="15" name=""/>
          <p:cNvCxnSpPr/>
          <p:nvPr/>
        </p:nvCxnSpPr>
        <p:spPr>
          <a:xfrm rot="16200000" flipH="1">
            <a:off x="2475343" y="2014670"/>
            <a:ext cx="484329" cy="234185"/>
          </a:xfrm>
          <a:prstGeom prst="line">
            <a:avLst/>
          </a:prstGeom>
          <a:noFill/>
          <a:ln w="12700" cap="flat" cmpd="sng" algn="ctr">
            <a:solidFill>
              <a:srgbClr val="5e81d9">
                <a:alpha val="100000"/>
              </a:srgbClr>
            </a:solidFill>
            <a:prstDash val="solid"/>
          </a:ln>
        </p:spPr>
      </p:cxnSp>
      <p:sp>
        <p:nvSpPr>
          <p:cNvPr id="16" name=""/>
          <p:cNvSpPr txBox="1"/>
          <p:nvPr/>
        </p:nvSpPr>
        <p:spPr>
          <a:xfrm>
            <a:off x="2074897" y="2527049"/>
            <a:ext cx="525518" cy="364644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10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2763979" y="2527049"/>
            <a:ext cx="525518" cy="364644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8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cxnSp>
        <p:nvCxnSpPr>
          <p:cNvPr id="18" name=""/>
          <p:cNvCxnSpPr/>
          <p:nvPr/>
        </p:nvCxnSpPr>
        <p:spPr>
          <a:xfrm rot="5400000">
            <a:off x="308169" y="3019753"/>
            <a:ext cx="457200" cy="361292"/>
          </a:xfrm>
          <a:prstGeom prst="line">
            <a:avLst/>
          </a:prstGeom>
          <a:noFill/>
          <a:ln w="12700" cap="flat" cmpd="sng" algn="ctr">
            <a:solidFill>
              <a:srgbClr val="5e81d9">
                <a:alpha val="100000"/>
              </a:srgbClr>
            </a:solidFill>
            <a:prstDash val="solid"/>
          </a:ln>
        </p:spPr>
      </p:cxnSp>
      <p:sp>
        <p:nvSpPr>
          <p:cNvPr id="19" name=""/>
          <p:cNvSpPr txBox="1"/>
          <p:nvPr/>
        </p:nvSpPr>
        <p:spPr>
          <a:xfrm>
            <a:off x="191898" y="3564350"/>
            <a:ext cx="525518" cy="3675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1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cxnSp>
        <p:nvCxnSpPr>
          <p:cNvPr id="20" name=""/>
          <p:cNvCxnSpPr/>
          <p:nvPr/>
        </p:nvCxnSpPr>
        <p:spPr>
          <a:xfrm>
            <a:off x="3564356" y="1934499"/>
            <a:ext cx="4572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"/>
          <p:cNvSpPr txBox="1"/>
          <p:nvPr/>
        </p:nvSpPr>
        <p:spPr>
          <a:xfrm>
            <a:off x="5774118" y="719435"/>
            <a:ext cx="525518" cy="36609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1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cxnSp>
        <p:nvCxnSpPr>
          <p:cNvPr id="22" name=""/>
          <p:cNvCxnSpPr/>
          <p:nvPr/>
        </p:nvCxnSpPr>
        <p:spPr>
          <a:xfrm rot="5400000">
            <a:off x="5516944" y="1160608"/>
            <a:ext cx="457200" cy="361292"/>
          </a:xfrm>
          <a:prstGeom prst="line">
            <a:avLst/>
          </a:prstGeom>
          <a:noFill/>
          <a:ln w="12700" cap="flat" cmpd="sng" algn="ctr">
            <a:solidFill>
              <a:srgbClr val="5e81d9">
                <a:alpha val="100000"/>
              </a:srgbClr>
            </a:solidFill>
            <a:prstDash val="solid"/>
          </a:ln>
        </p:spPr>
      </p:cxnSp>
      <p:cxnSp>
        <p:nvCxnSpPr>
          <p:cNvPr id="23" name=""/>
          <p:cNvCxnSpPr>
            <a:stCxn id="21" idx="2"/>
          </p:cNvCxnSpPr>
          <p:nvPr/>
        </p:nvCxnSpPr>
        <p:spPr>
          <a:xfrm rot="16200000" flipH="1">
            <a:off x="5911804" y="1210598"/>
            <a:ext cx="484329" cy="234185"/>
          </a:xfrm>
          <a:prstGeom prst="line">
            <a:avLst/>
          </a:prstGeom>
          <a:noFill/>
          <a:ln w="12700" cap="flat" cmpd="sng" algn="ctr">
            <a:solidFill>
              <a:srgbClr val="5e81d9">
                <a:alpha val="100000"/>
              </a:srgbClr>
            </a:solidFill>
            <a:prstDash val="solid"/>
          </a:ln>
        </p:spPr>
      </p:cxnSp>
      <p:sp>
        <p:nvSpPr>
          <p:cNvPr id="24" name=""/>
          <p:cNvSpPr txBox="1"/>
          <p:nvPr/>
        </p:nvSpPr>
        <p:spPr>
          <a:xfrm>
            <a:off x="5220026" y="1569854"/>
            <a:ext cx="525518" cy="364644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2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6139682" y="1569854"/>
            <a:ext cx="525518" cy="364644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5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cxnSp>
        <p:nvCxnSpPr>
          <p:cNvPr id="26" name=""/>
          <p:cNvCxnSpPr/>
          <p:nvPr/>
        </p:nvCxnSpPr>
        <p:spPr>
          <a:xfrm rot="5400000">
            <a:off x="4810779" y="1982452"/>
            <a:ext cx="457200" cy="361292"/>
          </a:xfrm>
          <a:prstGeom prst="line">
            <a:avLst/>
          </a:prstGeom>
          <a:noFill/>
          <a:ln w="12700" cap="flat" cmpd="sng" algn="ctr">
            <a:solidFill>
              <a:srgbClr val="5e81d9">
                <a:alpha val="100000"/>
              </a:srgbClr>
            </a:solidFill>
            <a:prstDash val="solid"/>
          </a:ln>
        </p:spPr>
      </p:cxnSp>
      <p:cxnSp>
        <p:nvCxnSpPr>
          <p:cNvPr id="27" name=""/>
          <p:cNvCxnSpPr/>
          <p:nvPr/>
        </p:nvCxnSpPr>
        <p:spPr>
          <a:xfrm rot="16200000" flipH="1">
            <a:off x="5325524" y="2014670"/>
            <a:ext cx="484329" cy="234185"/>
          </a:xfrm>
          <a:prstGeom prst="line">
            <a:avLst/>
          </a:prstGeom>
          <a:noFill/>
          <a:ln w="12700" cap="flat" cmpd="sng" algn="ctr">
            <a:solidFill>
              <a:srgbClr val="5e81d9">
                <a:alpha val="100000"/>
              </a:srgbClr>
            </a:solidFill>
            <a:prstDash val="solid"/>
          </a:ln>
        </p:spPr>
      </p:cxnSp>
      <p:sp>
        <p:nvSpPr>
          <p:cNvPr id="28" name=""/>
          <p:cNvSpPr txBox="1"/>
          <p:nvPr/>
        </p:nvSpPr>
        <p:spPr>
          <a:xfrm>
            <a:off x="4694508" y="2527049"/>
            <a:ext cx="525518" cy="366646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3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5614164" y="2527049"/>
            <a:ext cx="525518" cy="366646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4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4475760" y="354263"/>
            <a:ext cx="2808234" cy="365172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정렬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cxnSp>
        <p:nvCxnSpPr>
          <p:cNvPr id="31" name=""/>
          <p:cNvCxnSpPr/>
          <p:nvPr/>
        </p:nvCxnSpPr>
        <p:spPr>
          <a:xfrm rot="5400000">
            <a:off x="5969607" y="2118861"/>
            <a:ext cx="460036" cy="91311"/>
          </a:xfrm>
          <a:prstGeom prst="line">
            <a:avLst/>
          </a:prstGeom>
          <a:noFill/>
          <a:ln w="12700" cap="flat" cmpd="sng" algn="ctr">
            <a:solidFill>
              <a:srgbClr val="5e81d9">
                <a:alpha val="100000"/>
              </a:srgbClr>
            </a:solidFill>
            <a:prstDash val="solid"/>
          </a:ln>
        </p:spPr>
      </p:cxnSp>
      <p:cxnSp>
        <p:nvCxnSpPr>
          <p:cNvPr id="32" name=""/>
          <p:cNvCxnSpPr/>
          <p:nvPr/>
        </p:nvCxnSpPr>
        <p:spPr>
          <a:xfrm rot="16200000" flipH="1">
            <a:off x="6496446" y="2014670"/>
            <a:ext cx="484329" cy="234185"/>
          </a:xfrm>
          <a:prstGeom prst="line">
            <a:avLst/>
          </a:prstGeom>
          <a:noFill/>
          <a:ln w="12700" cap="flat" cmpd="sng" algn="ctr">
            <a:solidFill>
              <a:srgbClr val="5e81d9">
                <a:alpha val="100000"/>
              </a:srgbClr>
            </a:solidFill>
            <a:prstDash val="solid"/>
          </a:ln>
        </p:spPr>
      </p:cxnSp>
      <p:sp>
        <p:nvSpPr>
          <p:cNvPr id="33" name=""/>
          <p:cNvSpPr txBox="1"/>
          <p:nvPr/>
        </p:nvSpPr>
        <p:spPr>
          <a:xfrm>
            <a:off x="6096000" y="2527049"/>
            <a:ext cx="525518" cy="364644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10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6785082" y="2527049"/>
            <a:ext cx="525518" cy="364644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8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cxnSp>
        <p:nvCxnSpPr>
          <p:cNvPr id="35" name=""/>
          <p:cNvCxnSpPr/>
          <p:nvPr/>
        </p:nvCxnSpPr>
        <p:spPr>
          <a:xfrm rot="5400000">
            <a:off x="4329272" y="3019753"/>
            <a:ext cx="457200" cy="361292"/>
          </a:xfrm>
          <a:prstGeom prst="line">
            <a:avLst/>
          </a:prstGeom>
          <a:noFill/>
          <a:ln w="12700" cap="flat" cmpd="sng" algn="ctr">
            <a:solidFill>
              <a:srgbClr val="5e81d9">
                <a:alpha val="100000"/>
              </a:srgbClr>
            </a:solidFill>
            <a:prstDash val="solid"/>
          </a:ln>
        </p:spPr>
      </p:cxnSp>
      <p:sp>
        <p:nvSpPr>
          <p:cNvPr id="36" name=""/>
          <p:cNvSpPr txBox="1"/>
          <p:nvPr/>
        </p:nvSpPr>
        <p:spPr>
          <a:xfrm>
            <a:off x="4213001" y="3564350"/>
            <a:ext cx="525518" cy="3675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7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9684381" y="538114"/>
            <a:ext cx="525518" cy="36609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1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cxnSp>
        <p:nvCxnSpPr>
          <p:cNvPr id="38" name=""/>
          <p:cNvCxnSpPr/>
          <p:nvPr/>
        </p:nvCxnSpPr>
        <p:spPr>
          <a:xfrm rot="5400000">
            <a:off x="9427207" y="979287"/>
            <a:ext cx="457200" cy="361292"/>
          </a:xfrm>
          <a:prstGeom prst="line">
            <a:avLst/>
          </a:prstGeom>
          <a:noFill/>
          <a:ln w="12700" cap="flat" cmpd="sng" algn="ctr">
            <a:solidFill>
              <a:srgbClr val="5e81d9">
                <a:alpha val="100000"/>
              </a:srgbClr>
            </a:solidFill>
            <a:prstDash val="solid"/>
          </a:ln>
        </p:spPr>
      </p:cxnSp>
      <p:cxnSp>
        <p:nvCxnSpPr>
          <p:cNvPr id="39" name=""/>
          <p:cNvCxnSpPr>
            <a:stCxn id="37" idx="2"/>
          </p:cNvCxnSpPr>
          <p:nvPr/>
        </p:nvCxnSpPr>
        <p:spPr>
          <a:xfrm rot="16200000" flipH="1">
            <a:off x="9822068" y="1029277"/>
            <a:ext cx="484329" cy="234185"/>
          </a:xfrm>
          <a:prstGeom prst="line">
            <a:avLst/>
          </a:prstGeom>
          <a:noFill/>
          <a:ln w="12700" cap="flat" cmpd="sng" algn="ctr">
            <a:solidFill>
              <a:srgbClr val="5e81d9">
                <a:alpha val="100000"/>
              </a:srgbClr>
            </a:solidFill>
            <a:prstDash val="solid"/>
          </a:ln>
        </p:spPr>
      </p:cxnSp>
      <p:sp>
        <p:nvSpPr>
          <p:cNvPr id="40" name=""/>
          <p:cNvSpPr txBox="1"/>
          <p:nvPr/>
        </p:nvSpPr>
        <p:spPr>
          <a:xfrm>
            <a:off x="9130289" y="1388533"/>
            <a:ext cx="525518" cy="364644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2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10049945" y="1388533"/>
            <a:ext cx="525518" cy="364644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5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cxnSp>
        <p:nvCxnSpPr>
          <p:cNvPr id="42" name=""/>
          <p:cNvCxnSpPr/>
          <p:nvPr/>
        </p:nvCxnSpPr>
        <p:spPr>
          <a:xfrm rot="5400000">
            <a:off x="8721043" y="1801131"/>
            <a:ext cx="457200" cy="361292"/>
          </a:xfrm>
          <a:prstGeom prst="line">
            <a:avLst/>
          </a:prstGeom>
          <a:noFill/>
          <a:ln w="12700" cap="flat" cmpd="sng" algn="ctr">
            <a:solidFill>
              <a:srgbClr val="5e81d9">
                <a:alpha val="100000"/>
              </a:srgbClr>
            </a:solidFill>
            <a:prstDash val="solid"/>
          </a:ln>
        </p:spPr>
      </p:cxnSp>
      <p:cxnSp>
        <p:nvCxnSpPr>
          <p:cNvPr id="43" name=""/>
          <p:cNvCxnSpPr/>
          <p:nvPr/>
        </p:nvCxnSpPr>
        <p:spPr>
          <a:xfrm rot="16200000" flipH="1">
            <a:off x="9235788" y="1833349"/>
            <a:ext cx="484329" cy="234185"/>
          </a:xfrm>
          <a:prstGeom prst="line">
            <a:avLst/>
          </a:prstGeom>
          <a:noFill/>
          <a:ln w="12700" cap="flat" cmpd="sng" algn="ctr">
            <a:solidFill>
              <a:srgbClr val="5e81d9">
                <a:alpha val="100000"/>
              </a:srgbClr>
            </a:solidFill>
            <a:prstDash val="solid"/>
          </a:ln>
        </p:spPr>
      </p:cxnSp>
      <p:sp>
        <p:nvSpPr>
          <p:cNvPr id="44" name=""/>
          <p:cNvSpPr txBox="1"/>
          <p:nvPr/>
        </p:nvSpPr>
        <p:spPr>
          <a:xfrm>
            <a:off x="8604771" y="2345727"/>
            <a:ext cx="525518" cy="366646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3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9524427" y="2345727"/>
            <a:ext cx="525518" cy="366646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4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8386023" y="172942"/>
            <a:ext cx="2808234" cy="365172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add(9)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cxnSp>
        <p:nvCxnSpPr>
          <p:cNvPr id="47" name=""/>
          <p:cNvCxnSpPr/>
          <p:nvPr/>
        </p:nvCxnSpPr>
        <p:spPr>
          <a:xfrm rot="5400000">
            <a:off x="9879871" y="1937539"/>
            <a:ext cx="460036" cy="91311"/>
          </a:xfrm>
          <a:prstGeom prst="line">
            <a:avLst/>
          </a:prstGeom>
          <a:noFill/>
          <a:ln w="12700" cap="flat" cmpd="sng" algn="ctr">
            <a:solidFill>
              <a:srgbClr val="5e81d9">
                <a:alpha val="100000"/>
              </a:srgbClr>
            </a:solidFill>
            <a:prstDash val="solid"/>
          </a:ln>
        </p:spPr>
      </p:cxnSp>
      <p:cxnSp>
        <p:nvCxnSpPr>
          <p:cNvPr id="48" name=""/>
          <p:cNvCxnSpPr/>
          <p:nvPr/>
        </p:nvCxnSpPr>
        <p:spPr>
          <a:xfrm rot="16200000" flipH="1">
            <a:off x="10406710" y="1833348"/>
            <a:ext cx="484329" cy="234185"/>
          </a:xfrm>
          <a:prstGeom prst="line">
            <a:avLst/>
          </a:prstGeom>
          <a:noFill/>
          <a:ln w="12700" cap="flat" cmpd="sng" algn="ctr">
            <a:solidFill>
              <a:srgbClr val="5e81d9">
                <a:alpha val="100000"/>
              </a:srgbClr>
            </a:solidFill>
            <a:prstDash val="solid"/>
          </a:ln>
        </p:spPr>
      </p:cxnSp>
      <p:sp>
        <p:nvSpPr>
          <p:cNvPr id="49" name=""/>
          <p:cNvSpPr txBox="1"/>
          <p:nvPr/>
        </p:nvSpPr>
        <p:spPr>
          <a:xfrm>
            <a:off x="10006263" y="2345728"/>
            <a:ext cx="525518" cy="364644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10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10695346" y="2345728"/>
            <a:ext cx="525518" cy="364644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8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cxnSp>
        <p:nvCxnSpPr>
          <p:cNvPr id="51" name=""/>
          <p:cNvCxnSpPr/>
          <p:nvPr/>
        </p:nvCxnSpPr>
        <p:spPr>
          <a:xfrm rot="5400000">
            <a:off x="8239535" y="2838432"/>
            <a:ext cx="457200" cy="361292"/>
          </a:xfrm>
          <a:prstGeom prst="line">
            <a:avLst/>
          </a:prstGeom>
          <a:noFill/>
          <a:ln w="12700" cap="flat" cmpd="sng" algn="ctr">
            <a:solidFill>
              <a:srgbClr val="5e81d9">
                <a:alpha val="100000"/>
              </a:srgbClr>
            </a:solidFill>
            <a:prstDash val="solid"/>
          </a:ln>
        </p:spPr>
      </p:cxnSp>
      <p:sp>
        <p:nvSpPr>
          <p:cNvPr id="52" name=""/>
          <p:cNvSpPr txBox="1"/>
          <p:nvPr/>
        </p:nvSpPr>
        <p:spPr>
          <a:xfrm>
            <a:off x="8123265" y="3383028"/>
            <a:ext cx="525518" cy="3675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7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cxnSp>
        <p:nvCxnSpPr>
          <p:cNvPr id="53" name=""/>
          <p:cNvCxnSpPr/>
          <p:nvPr/>
        </p:nvCxnSpPr>
        <p:spPr>
          <a:xfrm rot="16200000" flipH="1">
            <a:off x="8754215" y="2903793"/>
            <a:ext cx="457200" cy="230570"/>
          </a:xfrm>
          <a:prstGeom prst="line">
            <a:avLst/>
          </a:prstGeom>
          <a:noFill/>
          <a:ln w="12700" cap="flat" cmpd="sng" algn="ctr">
            <a:solidFill>
              <a:srgbClr val="5e81d9">
                <a:alpha val="100000"/>
              </a:srgbClr>
            </a:solidFill>
            <a:prstDash val="solid"/>
          </a:ln>
        </p:spPr>
      </p:cxnSp>
      <p:sp>
        <p:nvSpPr>
          <p:cNvPr id="54" name=""/>
          <p:cNvSpPr txBox="1"/>
          <p:nvPr/>
        </p:nvSpPr>
        <p:spPr>
          <a:xfrm>
            <a:off x="8998909" y="3387875"/>
            <a:ext cx="525518" cy="3675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9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cxnSp>
        <p:nvCxnSpPr>
          <p:cNvPr id="55" name=""/>
          <p:cNvCxnSpPr/>
          <p:nvPr/>
        </p:nvCxnSpPr>
        <p:spPr>
          <a:xfrm rot="16200000" flipH="1" flipV="1">
            <a:off x="4179310" y="3428993"/>
            <a:ext cx="6858000" cy="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 txBox="1"/>
          <p:nvPr/>
        </p:nvSpPr>
        <p:spPr>
          <a:xfrm>
            <a:off x="2097803" y="584085"/>
            <a:ext cx="525518" cy="36609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1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cxnSp>
        <p:nvCxnSpPr>
          <p:cNvPr id="6" name=""/>
          <p:cNvCxnSpPr/>
          <p:nvPr/>
        </p:nvCxnSpPr>
        <p:spPr>
          <a:xfrm rot="5400000">
            <a:off x="1840629" y="1025258"/>
            <a:ext cx="457200" cy="361292"/>
          </a:xfrm>
          <a:prstGeom prst="line">
            <a:avLst/>
          </a:prstGeom>
          <a:noFill/>
          <a:ln w="12700" cap="flat" cmpd="sng" algn="ctr">
            <a:solidFill>
              <a:srgbClr val="5e81d9">
                <a:alpha val="100000"/>
              </a:srgbClr>
            </a:solidFill>
            <a:prstDash val="solid"/>
          </a:ln>
        </p:spPr>
      </p:cxnSp>
      <p:cxnSp>
        <p:nvCxnSpPr>
          <p:cNvPr id="7" name=""/>
          <p:cNvCxnSpPr>
            <a:stCxn id="5" idx="2"/>
          </p:cNvCxnSpPr>
          <p:nvPr/>
        </p:nvCxnSpPr>
        <p:spPr>
          <a:xfrm rot="16200000" flipH="1">
            <a:off x="2235489" y="1075248"/>
            <a:ext cx="484329" cy="234185"/>
          </a:xfrm>
          <a:prstGeom prst="line">
            <a:avLst/>
          </a:prstGeom>
          <a:noFill/>
          <a:ln w="12700" cap="flat" cmpd="sng" algn="ctr">
            <a:solidFill>
              <a:srgbClr val="5e81d9">
                <a:alpha val="100000"/>
              </a:srgbClr>
            </a:solidFill>
            <a:prstDash val="solid"/>
          </a:ln>
        </p:spPr>
      </p:cxnSp>
      <p:sp>
        <p:nvSpPr>
          <p:cNvPr id="8" name=""/>
          <p:cNvSpPr txBox="1"/>
          <p:nvPr/>
        </p:nvSpPr>
        <p:spPr>
          <a:xfrm>
            <a:off x="1543711" y="1434504"/>
            <a:ext cx="525518" cy="364644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2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2463367" y="1434504"/>
            <a:ext cx="525518" cy="364644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5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cxnSp>
        <p:nvCxnSpPr>
          <p:cNvPr id="10" name=""/>
          <p:cNvCxnSpPr/>
          <p:nvPr/>
        </p:nvCxnSpPr>
        <p:spPr>
          <a:xfrm rot="5400000">
            <a:off x="1134465" y="1847102"/>
            <a:ext cx="457200" cy="361292"/>
          </a:xfrm>
          <a:prstGeom prst="line">
            <a:avLst/>
          </a:prstGeom>
          <a:noFill/>
          <a:ln w="12700" cap="flat" cmpd="sng" algn="ctr">
            <a:solidFill>
              <a:srgbClr val="5e81d9">
                <a:alpha val="100000"/>
              </a:srgbClr>
            </a:solidFill>
            <a:prstDash val="solid"/>
          </a:ln>
        </p:spPr>
      </p:cxnSp>
      <p:cxnSp>
        <p:nvCxnSpPr>
          <p:cNvPr id="11" name=""/>
          <p:cNvCxnSpPr/>
          <p:nvPr/>
        </p:nvCxnSpPr>
        <p:spPr>
          <a:xfrm rot="16200000" flipH="1">
            <a:off x="1649209" y="1879320"/>
            <a:ext cx="484329" cy="234185"/>
          </a:xfrm>
          <a:prstGeom prst="line">
            <a:avLst/>
          </a:prstGeom>
          <a:noFill/>
          <a:ln w="12700" cap="flat" cmpd="sng" algn="ctr">
            <a:solidFill>
              <a:srgbClr val="5e81d9">
                <a:alpha val="100000"/>
              </a:srgbClr>
            </a:solidFill>
            <a:prstDash val="solid"/>
          </a:ln>
        </p:spPr>
      </p:cxnSp>
      <p:sp>
        <p:nvSpPr>
          <p:cNvPr id="12" name=""/>
          <p:cNvSpPr txBox="1"/>
          <p:nvPr/>
        </p:nvSpPr>
        <p:spPr>
          <a:xfrm>
            <a:off x="1018193" y="2391699"/>
            <a:ext cx="525518" cy="366646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3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1937849" y="2391699"/>
            <a:ext cx="525518" cy="366646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4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799445" y="218913"/>
            <a:ext cx="2808234" cy="365172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add(6)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cxnSp>
        <p:nvCxnSpPr>
          <p:cNvPr id="15" name=""/>
          <p:cNvCxnSpPr/>
          <p:nvPr/>
        </p:nvCxnSpPr>
        <p:spPr>
          <a:xfrm rot="5400000">
            <a:off x="2293293" y="1983511"/>
            <a:ext cx="460036" cy="91311"/>
          </a:xfrm>
          <a:prstGeom prst="line">
            <a:avLst/>
          </a:prstGeom>
          <a:noFill/>
          <a:ln w="12700" cap="flat" cmpd="sng" algn="ctr">
            <a:solidFill>
              <a:srgbClr val="5e81d9">
                <a:alpha val="100000"/>
              </a:srgbClr>
            </a:solidFill>
            <a:prstDash val="solid"/>
          </a:ln>
        </p:spPr>
      </p:cxnSp>
      <p:cxnSp>
        <p:nvCxnSpPr>
          <p:cNvPr id="16" name=""/>
          <p:cNvCxnSpPr/>
          <p:nvPr/>
        </p:nvCxnSpPr>
        <p:spPr>
          <a:xfrm rot="16200000" flipH="1">
            <a:off x="2820131" y="1879320"/>
            <a:ext cx="484329" cy="234185"/>
          </a:xfrm>
          <a:prstGeom prst="line">
            <a:avLst/>
          </a:prstGeom>
          <a:noFill/>
          <a:ln w="12700" cap="flat" cmpd="sng" algn="ctr">
            <a:solidFill>
              <a:srgbClr val="5e81d9">
                <a:alpha val="100000"/>
              </a:srgbClr>
            </a:solidFill>
            <a:prstDash val="solid"/>
          </a:ln>
        </p:spPr>
      </p:cxnSp>
      <p:sp>
        <p:nvSpPr>
          <p:cNvPr id="17" name=""/>
          <p:cNvSpPr txBox="1"/>
          <p:nvPr/>
        </p:nvSpPr>
        <p:spPr>
          <a:xfrm>
            <a:off x="2419685" y="2391699"/>
            <a:ext cx="525518" cy="364644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10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3108768" y="2391699"/>
            <a:ext cx="525518" cy="364644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8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cxnSp>
        <p:nvCxnSpPr>
          <p:cNvPr id="19" name=""/>
          <p:cNvCxnSpPr/>
          <p:nvPr/>
        </p:nvCxnSpPr>
        <p:spPr>
          <a:xfrm rot="5400000">
            <a:off x="652957" y="2884403"/>
            <a:ext cx="457200" cy="361292"/>
          </a:xfrm>
          <a:prstGeom prst="line">
            <a:avLst/>
          </a:prstGeom>
          <a:noFill/>
          <a:ln w="12700" cap="flat" cmpd="sng" algn="ctr">
            <a:solidFill>
              <a:srgbClr val="5e81d9">
                <a:alpha val="100000"/>
              </a:srgbClr>
            </a:solidFill>
            <a:prstDash val="solid"/>
          </a:ln>
        </p:spPr>
      </p:cxnSp>
      <p:sp>
        <p:nvSpPr>
          <p:cNvPr id="20" name=""/>
          <p:cNvSpPr txBox="1"/>
          <p:nvPr/>
        </p:nvSpPr>
        <p:spPr>
          <a:xfrm>
            <a:off x="536687" y="3429000"/>
            <a:ext cx="525518" cy="3675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7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cxnSp>
        <p:nvCxnSpPr>
          <p:cNvPr id="21" name=""/>
          <p:cNvCxnSpPr/>
          <p:nvPr/>
        </p:nvCxnSpPr>
        <p:spPr>
          <a:xfrm rot="16200000" flipH="1">
            <a:off x="1167637" y="2949765"/>
            <a:ext cx="457200" cy="230570"/>
          </a:xfrm>
          <a:prstGeom prst="line">
            <a:avLst/>
          </a:prstGeom>
          <a:noFill/>
          <a:ln w="12700" cap="flat" cmpd="sng" algn="ctr">
            <a:solidFill>
              <a:srgbClr val="5e81d9">
                <a:alpha val="100000"/>
              </a:srgbClr>
            </a:solidFill>
            <a:prstDash val="solid"/>
          </a:ln>
        </p:spPr>
      </p:cxnSp>
      <p:sp>
        <p:nvSpPr>
          <p:cNvPr id="22" name=""/>
          <p:cNvSpPr txBox="1"/>
          <p:nvPr/>
        </p:nvSpPr>
        <p:spPr>
          <a:xfrm>
            <a:off x="1412331" y="3433846"/>
            <a:ext cx="525518" cy="3675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9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cxnSp>
        <p:nvCxnSpPr>
          <p:cNvPr id="23" name=""/>
          <p:cNvCxnSpPr/>
          <p:nvPr/>
        </p:nvCxnSpPr>
        <p:spPr>
          <a:xfrm rot="5400000">
            <a:off x="1695290" y="2980473"/>
            <a:ext cx="457200" cy="169152"/>
          </a:xfrm>
          <a:prstGeom prst="line">
            <a:avLst/>
          </a:prstGeom>
          <a:noFill/>
          <a:ln w="12700" cap="flat" cmpd="sng" algn="ctr">
            <a:solidFill>
              <a:srgbClr val="5e81d9">
                <a:alpha val="100000"/>
              </a:srgbClr>
            </a:solidFill>
            <a:prstDash val="solid"/>
          </a:ln>
        </p:spPr>
      </p:cxnSp>
      <p:sp>
        <p:nvSpPr>
          <p:cNvPr id="24" name=""/>
          <p:cNvSpPr txBox="1"/>
          <p:nvPr/>
        </p:nvSpPr>
        <p:spPr>
          <a:xfrm>
            <a:off x="1675090" y="3429000"/>
            <a:ext cx="525518" cy="3675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6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71</ep:Words>
  <ep:PresentationFormat>화면 슬라이드 쇼(4:3)</ep:PresentationFormat>
  <ep:Paragraphs>68</ep:Paragraphs>
  <ep:Slides>3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ep:HeadingPairs>
  <ep:TitlesOfParts>
    <vt:vector size="4" baseType="lpstr">
      <vt:lpstr>한컴오피스</vt:lpstr>
      <vt:lpstr>슬라이드 1</vt:lpstr>
      <vt:lpstr>슬라이드 2</vt:lpstr>
      <vt:lpstr>슬라이드 3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2026-08-25T07:10:25.630</dcterms:created>
  <dc:creator>PC</dc:creator>
  <cp:lastModifiedBy>PC</cp:lastModifiedBy>
  <dcterms:modified xsi:type="dcterms:W3CDTF">2026-08-25T07:26:23.465</dcterms:modified>
  <cp:revision>2</cp:revision>
  <cp:version>1100.0100.01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